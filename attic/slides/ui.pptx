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84" r:id="rId2"/>
    <p:sldId id="259" r:id="rId3"/>
    <p:sldId id="273" r:id="rId4"/>
    <p:sldId id="260" r:id="rId5"/>
    <p:sldId id="274" r:id="rId6"/>
    <p:sldId id="261" r:id="rId7"/>
    <p:sldId id="262" r:id="rId8"/>
    <p:sldId id="263" r:id="rId9"/>
    <p:sldId id="265" r:id="rId10"/>
    <p:sldId id="275" r:id="rId11"/>
    <p:sldId id="268" r:id="rId12"/>
    <p:sldId id="269" r:id="rId13"/>
    <p:sldId id="282" r:id="rId14"/>
    <p:sldId id="283" r:id="rId15"/>
    <p:sldId id="270" r:id="rId16"/>
    <p:sldId id="277" r:id="rId17"/>
    <p:sldId id="278" r:id="rId18"/>
    <p:sldId id="272" r:id="rId19"/>
    <p:sldId id="271" r:id="rId20"/>
    <p:sldId id="264" r:id="rId21"/>
    <p:sldId id="266" r:id="rId22"/>
    <p:sldId id="267" r:id="rId23"/>
    <p:sldId id="279" r:id="rId24"/>
    <p:sldId id="281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66590E"/>
    <a:srgbClr val="96DCF8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3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7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49323-434A-4E22-A891-A96B867B5AE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009C1-9284-4A97-8A71-11A9EE2D2C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60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View, Favorite Core Cards, and Equipped Cards</a:t>
            </a:r>
          </a:p>
          <a:p>
            <a:r>
              <a:rPr lang="en-US" dirty="0"/>
              <a:t>Select ‘&gt;’ to expand the Core Cards, group the Equipped 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80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Expanding the Core 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85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 Core 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673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Room Cards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Room Cards – Selecting a 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254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Details (Inspect)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56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Emotes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54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2142-8D63-FB8C-69B1-17E9F1D4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1D7CA-4BA2-06D6-D2F0-B3D032B54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E1DB22-BC8D-252C-BC53-E755EBA1D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Emote and Chat. Chat bubbles disappear when user ‘pops’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EF70A-7284-BD22-9A28-D901D0001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51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6FCC4-D5F2-77D2-7E22-6B2F401C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D5F59-CA7D-1C24-BC8B-74E85F297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64482-A722-EF5A-CF09-4EFE74232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Peep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17CC2-2AFF-BAE7-F80D-0250F4B52F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58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2C05-3E0F-DC96-C2AF-F5AD5B81E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6350C-EB59-5EF8-E8CF-8A92C902B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B084C-234C-CF89-8761-A3CC8E837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kitty play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7F426-D1B8-F580-3D92-C6A52AA82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92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91F8-541B-830F-DEA7-1BB5F157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D765E-B9F2-8EE3-3410-E23F3DDDB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437E0-EF50-55C6-9009-2E9B1F6F8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 Selection. Some actions may be disabled if the user does not have the right cards on hand.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2EB3F-F29D-1B1E-B461-8FB700F0B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9954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877A-5F1B-B046-6DEC-91D433B4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4EE48-457D-CA22-830A-D41359067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18561-F0FE-39DA-5F41-75F66424A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Card target selection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54606-746D-4D11-99C9-2670A20EF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5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12FE-3697-5049-A9F8-CCB5174E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145083-7A88-1947-938B-1014DE0A1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FD798B-DC32-2D52-6698-1EFBFC88A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 Action (smell), Effect Notification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A3196-9F1D-022B-822F-2BA2F155E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58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2526A-8B23-A46C-2D90-300123201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4588F-CBCB-CAB5-F61F-0928F0B79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4BB378-5936-8D10-5DA8-5FE7A8EDE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 Inspect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A497C-1582-ABAE-A9E2-196D6F162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52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196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 Screen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81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B83B-942C-9441-6A30-67D5EB6A7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809D9-E0D7-0D12-18DB-6C1F0A277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B5327-E6AF-ED06-4942-BBF0053D18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Inventory Screen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588EB-8AB5-ECD8-1720-BC2643A2E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08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B803C-B9E8-A899-454E-853AB76C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F9AA0-1562-EFEB-990E-19F245CE5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93F29-6C30-FC50-8F7A-43C8E33BC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F466B-87CB-B04F-4B1F-189FB37D7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2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0832-469F-3A53-20A6-79EAE868A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232D0-F6D3-F369-D6B4-F54388AFFC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4ADD2-C1AB-5D5E-AA25-D514A11E5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009C8-5261-07DC-5ABB-7C3E48A78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009C1-9284-4A97-8A71-11A9EE2D2C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71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17/06/relationships/model3d" Target="../media/model3d1.glb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microsoft.com/office/2017/06/relationships/model3d" Target="../media/model3d1.glb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17/06/relationships/model3d" Target="../media/model3d1.glb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flip="none" rotWithShape="1">
          <a:gsLst>
            <a:gs pos="0">
              <a:schemeClr val="accent1">
                <a:lumMod val="50000"/>
              </a:schemeClr>
            </a:gs>
            <a:gs pos="61000">
              <a:schemeClr val="accent1">
                <a:lumMod val="50000"/>
              </a:schemeClr>
            </a:gs>
            <a:gs pos="95000">
              <a:srgbClr val="030E12"/>
            </a:gs>
            <a:gs pos="100000">
              <a:schemeClr val="tx2">
                <a:lumMod val="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FE85E-E8FE-455C-E50B-065E29A4AD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 trans="24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5" y="-963506"/>
            <a:ext cx="6694677" cy="6681316"/>
          </a:xfrm>
          <a:prstGeom prst="roundRect">
            <a:avLst>
              <a:gd name="adj" fmla="val 1722"/>
            </a:avLst>
          </a:prstGeom>
          <a:ln w="57150">
            <a:solidFill>
              <a:schemeClr val="accent2">
                <a:lumMod val="50000"/>
              </a:schemeClr>
            </a:solidFill>
            <a:prstDash val="lgDash"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 fov="3600000">
              <a:rot lat="19473594" lon="0" rev="0"/>
            </a:camera>
            <a:lightRig rig="morning" dir="t"/>
          </a:scene3d>
          <a:sp3d contourW="69850">
            <a:bevelT w="31750" h="127000"/>
            <a:extrusionClr>
              <a:schemeClr val="accent1"/>
            </a:extrusionClr>
            <a:contourClr>
              <a:schemeClr val="accent3">
                <a:lumMod val="75000"/>
              </a:schemeClr>
            </a:contourClr>
          </a:sp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28CC57C4-9837-C8D4-53DC-E9078AA8DC3A}"/>
                  </a:ext>
                </a:extLst>
              </p:cNvPr>
              <p:cNvGraphicFramePr>
                <a:graphicFrameLocks noChangeAspect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1456383331"/>
                  </p:ext>
                </p:extLst>
              </p:nvPr>
            </p:nvGraphicFramePr>
            <p:xfrm>
              <a:off x="6459732" y="3755383"/>
              <a:ext cx="1729091" cy="177926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729091" cy="1779260"/>
                    </a:xfrm>
                    <a:prstGeom prst="rect">
                      <a:avLst/>
                    </a:prstGeom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am3d:spPr>
                  <am3d:camera>
                    <am3d:pos x="0" y="0" z="622802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26152" d="1000000"/>
                    <am3d:preTrans dx="-519" dy="-6150071" dz="1574366"/>
                    <am3d:scale>
                      <am3d:sx n="1000000" d="1000000"/>
                      <am3d:sy n="1000000" d="1000000"/>
                      <am3d:sz n="1000000" d="1000000"/>
                    </am3d:scale>
                    <am3d:rot ax="5628521" ay="1972735" az="581936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13903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28CC57C4-9837-C8D4-53DC-E9078AA8DC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9732" y="3755383"/>
                <a:ext cx="1729091" cy="1779260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328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gradFill flip="none" rotWithShape="1">
          <a:gsLst>
            <a:gs pos="0">
              <a:schemeClr val="accent1">
                <a:lumMod val="50000"/>
              </a:schemeClr>
            </a:gs>
            <a:gs pos="61000">
              <a:schemeClr val="accent1">
                <a:lumMod val="50000"/>
              </a:schemeClr>
            </a:gs>
            <a:gs pos="95000">
              <a:srgbClr val="030E12"/>
            </a:gs>
            <a:gs pos="100000">
              <a:schemeClr val="tx2">
                <a:lumMod val="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FE85E-E8FE-455C-E50B-065E29A4AD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 trans="24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5" y="-963506"/>
            <a:ext cx="6694677" cy="6681316"/>
          </a:xfrm>
          <a:prstGeom prst="roundRect">
            <a:avLst>
              <a:gd name="adj" fmla="val 1722"/>
            </a:avLst>
          </a:prstGeom>
          <a:ln w="57150">
            <a:solidFill>
              <a:schemeClr val="accent2">
                <a:lumMod val="50000"/>
              </a:schemeClr>
            </a:solidFill>
            <a:prstDash val="lgDash"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 fov="3600000">
              <a:rot lat="19473594" lon="0" rev="0"/>
            </a:camera>
            <a:lightRig rig="morning" dir="t"/>
          </a:scene3d>
          <a:sp3d contourW="69850">
            <a:bevelT w="31750" h="127000"/>
            <a:extrusionClr>
              <a:schemeClr val="accent1"/>
            </a:extrusionClr>
            <a:contourClr>
              <a:schemeClr val="accent3">
                <a:lumMod val="75000"/>
              </a:schemeClr>
            </a:contourClr>
          </a:sp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28CC57C4-9837-C8D4-53DC-E9078AA8DC3A}"/>
                  </a:ext>
                </a:extLst>
              </p:cNvPr>
              <p:cNvGraphicFramePr>
                <a:graphicFrameLocks noChangeAspect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1456383331"/>
                  </p:ext>
                </p:extLst>
              </p:nvPr>
            </p:nvGraphicFramePr>
            <p:xfrm>
              <a:off x="6459732" y="3755383"/>
              <a:ext cx="1729091" cy="177926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729091" cy="1779260"/>
                    </a:xfrm>
                    <a:prstGeom prst="rect">
                      <a:avLst/>
                    </a:prstGeom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am3d:spPr>
                  <am3d:camera>
                    <am3d:pos x="0" y="0" z="622802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26152" d="1000000"/>
                    <am3d:preTrans dx="-519" dy="-6150071" dz="1574366"/>
                    <am3d:scale>
                      <am3d:sx n="1000000" d="1000000"/>
                      <am3d:sy n="1000000" d="1000000"/>
                      <am3d:sz n="1000000" d="1000000"/>
                    </am3d:scale>
                    <am3d:rot ax="5628521" ay="1972735" az="581936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13903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28CC57C4-9837-C8D4-53DC-E9078AA8DC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9732" y="3755383"/>
                <a:ext cx="1729091" cy="1779260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</p:pic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BEE10B-3F9C-9655-5D2A-EDAABDF66321}"/>
              </a:ext>
            </a:extLst>
          </p:cNvPr>
          <p:cNvSpPr/>
          <p:nvPr userDrawn="1"/>
        </p:nvSpPr>
        <p:spPr>
          <a:xfrm>
            <a:off x="3778830" y="629812"/>
            <a:ext cx="4912962" cy="3755992"/>
          </a:xfrm>
          <a:prstGeom prst="roundRect">
            <a:avLst>
              <a:gd name="adj" fmla="val 2844"/>
            </a:avLst>
          </a:prstGeom>
          <a:solidFill>
            <a:srgbClr val="000000">
              <a:alpha val="94902"/>
            </a:srgbClr>
          </a:solidFill>
          <a:ln>
            <a:solidFill>
              <a:srgbClr val="000000">
                <a:alpha val="92157"/>
              </a:srgb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68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gradFill flip="none" rotWithShape="1">
          <a:gsLst>
            <a:gs pos="0">
              <a:schemeClr val="accent1">
                <a:lumMod val="50000"/>
              </a:schemeClr>
            </a:gs>
            <a:gs pos="61000">
              <a:schemeClr val="accent1">
                <a:lumMod val="50000"/>
              </a:schemeClr>
            </a:gs>
            <a:gs pos="95000">
              <a:srgbClr val="030E12"/>
            </a:gs>
            <a:gs pos="100000">
              <a:schemeClr val="tx2">
                <a:lumMod val="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0FE85E-E8FE-455C-E50B-065E29A4AD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 trans="24000" numberOfShade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025" y="-963506"/>
            <a:ext cx="6694677" cy="6681316"/>
          </a:xfrm>
          <a:prstGeom prst="roundRect">
            <a:avLst>
              <a:gd name="adj" fmla="val 1722"/>
            </a:avLst>
          </a:prstGeom>
          <a:ln w="57150">
            <a:solidFill>
              <a:schemeClr val="accent2">
                <a:lumMod val="50000"/>
              </a:schemeClr>
            </a:solidFill>
            <a:prstDash val="lgDash"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 fov="3600000">
              <a:rot lat="19473594" lon="0" rev="0"/>
            </a:camera>
            <a:lightRig rig="morning" dir="t"/>
          </a:scene3d>
          <a:sp3d contourW="69850">
            <a:bevelT w="31750" h="127000"/>
            <a:extrusionClr>
              <a:schemeClr val="accent1"/>
            </a:extrusionClr>
            <a:contourClr>
              <a:schemeClr val="accent3">
                <a:lumMod val="75000"/>
              </a:schemeClr>
            </a:contourClr>
          </a:sp3d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28CC57C4-9837-C8D4-53DC-E9078AA8DC3A}"/>
                  </a:ext>
                </a:extLst>
              </p:cNvPr>
              <p:cNvGraphicFramePr>
                <a:graphicFrameLocks noChangeAspect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1456383331"/>
                  </p:ext>
                </p:extLst>
              </p:nvPr>
            </p:nvGraphicFramePr>
            <p:xfrm>
              <a:off x="6459732" y="3755383"/>
              <a:ext cx="1729091" cy="177926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729091" cy="1779260"/>
                    </a:xfrm>
                    <a:prstGeom prst="rect">
                      <a:avLst/>
                    </a:prstGeom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am3d:spPr>
                  <am3d:camera>
                    <am3d:pos x="0" y="0" z="622802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26152" d="1000000"/>
                    <am3d:preTrans dx="-519" dy="-6150071" dz="1574366"/>
                    <am3d:scale>
                      <am3d:sx n="1000000" d="1000000"/>
                      <am3d:sy n="1000000" d="1000000"/>
                      <am3d:sz n="1000000" d="1000000"/>
                    </am3d:scale>
                    <am3d:rot ax="5628521" ay="1972735" az="581936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13903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28CC57C4-9837-C8D4-53DC-E9078AA8DC3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9732" y="3755383"/>
                <a:ext cx="1729091" cy="1779260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</p:pic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22205D-8413-6F2D-6CE4-2A771560BD12}"/>
              </a:ext>
            </a:extLst>
          </p:cNvPr>
          <p:cNvSpPr/>
          <p:nvPr userDrawn="1"/>
        </p:nvSpPr>
        <p:spPr>
          <a:xfrm>
            <a:off x="124806" y="120455"/>
            <a:ext cx="8837954" cy="5799531"/>
          </a:xfrm>
          <a:prstGeom prst="roundRect">
            <a:avLst>
              <a:gd name="adj" fmla="val 42421"/>
            </a:avLst>
          </a:prstGeom>
          <a:gradFill flip="none" rotWithShape="1">
            <a:gsLst>
              <a:gs pos="60000">
                <a:srgbClr val="000000">
                  <a:alpha val="88000"/>
                </a:srgbClr>
              </a:gs>
              <a:gs pos="0">
                <a:schemeClr val="bg1"/>
              </a:gs>
              <a:gs pos="8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06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gradFill flip="none" rotWithShape="1">
          <a:gsLst>
            <a:gs pos="0">
              <a:schemeClr val="accent1">
                <a:lumMod val="50000"/>
              </a:schemeClr>
            </a:gs>
            <a:gs pos="61000">
              <a:schemeClr val="accent1">
                <a:lumMod val="50000"/>
              </a:schemeClr>
            </a:gs>
            <a:gs pos="95000">
              <a:srgbClr val="030E12"/>
            </a:gs>
            <a:gs pos="100000">
              <a:schemeClr val="tx2">
                <a:lumMod val="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25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276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4A67C2C-7E86-4B30-8CED-AEA1033FDA7B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4E11BAD-8CED-44C7-A52D-10A1E54E9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7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3" r:id="rId2"/>
    <p:sldLayoutId id="2147483681" r:id="rId3"/>
    <p:sldLayoutId id="2147483680" r:id="rId4"/>
    <p:sldLayoutId id="2147483682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5" Type="http://schemas.openxmlformats.org/officeDocument/2006/relationships/image" Target="../media/image16.png"/><Relationship Id="rId10" Type="http://schemas.openxmlformats.org/officeDocument/2006/relationships/image" Target="../media/image2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18.png"/><Relationship Id="rId10" Type="http://schemas.openxmlformats.org/officeDocument/2006/relationships/image" Target="../media/image29.png"/><Relationship Id="rId4" Type="http://schemas.openxmlformats.org/officeDocument/2006/relationships/image" Target="../media/image17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17.png"/><Relationship Id="rId7" Type="http://schemas.openxmlformats.org/officeDocument/2006/relationships/image" Target="../media/image31.sv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15.png"/><Relationship Id="rId10" Type="http://schemas.openxmlformats.org/officeDocument/2006/relationships/image" Target="../media/image34.png"/><Relationship Id="rId4" Type="http://schemas.openxmlformats.org/officeDocument/2006/relationships/image" Target="../media/image1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microsoft.com/office/2007/relationships/hdphoto" Target="../media/hdphoto3.wd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8.png"/><Relationship Id="rId5" Type="http://schemas.openxmlformats.org/officeDocument/2006/relationships/image" Target="../media/image14.png"/><Relationship Id="rId10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9.jpe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microsoft.com/office/2007/relationships/hdphoto" Target="../media/hdphoto3.wd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38.png"/><Relationship Id="rId5" Type="http://schemas.openxmlformats.org/officeDocument/2006/relationships/image" Target="../media/image14.png"/><Relationship Id="rId10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41.png"/><Relationship Id="rId5" Type="http://schemas.openxmlformats.org/officeDocument/2006/relationships/image" Target="../media/image14.png"/><Relationship Id="rId10" Type="http://schemas.microsoft.com/office/2017/06/relationships/model3d" Target="../media/model3d1.glb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41.png"/><Relationship Id="rId5" Type="http://schemas.openxmlformats.org/officeDocument/2006/relationships/image" Target="../media/image14.png"/><Relationship Id="rId10" Type="http://schemas.microsoft.com/office/2017/06/relationships/model3d" Target="../media/model3d1.glb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44.png"/><Relationship Id="rId5" Type="http://schemas.openxmlformats.org/officeDocument/2006/relationships/image" Target="../media/image14.png"/><Relationship Id="rId10" Type="http://schemas.microsoft.com/office/2017/06/relationships/model3d" Target="../media/model3d1.glb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microsoft.com/office/2017/06/relationships/model3d" Target="../media/model3d1.glb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7.png"/><Relationship Id="rId7" Type="http://schemas.microsoft.com/office/2007/relationships/hdphoto" Target="../media/hdphoto4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36.png"/><Relationship Id="rId3" Type="http://schemas.openxmlformats.org/officeDocument/2006/relationships/image" Target="../media/image17.png"/><Relationship Id="rId7" Type="http://schemas.openxmlformats.org/officeDocument/2006/relationships/image" Target="../media/image48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34.png"/><Relationship Id="rId5" Type="http://schemas.openxmlformats.org/officeDocument/2006/relationships/image" Target="../media/image19.png"/><Relationship Id="rId15" Type="http://schemas.openxmlformats.org/officeDocument/2006/relationships/image" Target="../media/image52.png"/><Relationship Id="rId10" Type="http://schemas.openxmlformats.org/officeDocument/2006/relationships/image" Target="../media/image33.png"/><Relationship Id="rId4" Type="http://schemas.openxmlformats.org/officeDocument/2006/relationships/image" Target="../media/image18.png"/><Relationship Id="rId9" Type="http://schemas.openxmlformats.org/officeDocument/2006/relationships/image" Target="../media/image50.png"/><Relationship Id="rId1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microsoft.com/office/2007/relationships/hdphoto" Target="../media/hdphoto5.wdp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1656724-A06A-8A34-4458-F300F72F42FF}"/>
              </a:ext>
            </a:extLst>
          </p:cNvPr>
          <p:cNvSpPr/>
          <p:nvPr/>
        </p:nvSpPr>
        <p:spPr>
          <a:xfrm>
            <a:off x="483704" y="490330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5E14F9-286F-6ECA-CBCA-439160ADD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42" y="556551"/>
            <a:ext cx="914479" cy="91447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C0BFEC8-3B68-604B-4708-B4AF24A04214}"/>
              </a:ext>
            </a:extLst>
          </p:cNvPr>
          <p:cNvSpPr/>
          <p:nvPr/>
        </p:nvSpPr>
        <p:spPr>
          <a:xfrm>
            <a:off x="1782417" y="490329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 descr="Backpack with solid fill">
            <a:extLst>
              <a:ext uri="{FF2B5EF4-FFF2-40B4-BE49-F238E27FC236}">
                <a16:creationId xmlns:a16="http://schemas.microsoft.com/office/drawing/2014/main" id="{81E4E1A9-0D04-B176-D944-9F00C55FC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8495" y="556630"/>
            <a:ext cx="914400" cy="91440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0D1A17A1-E7D7-96D2-94B5-CD125D33D1AB}"/>
              </a:ext>
            </a:extLst>
          </p:cNvPr>
          <p:cNvSpPr/>
          <p:nvPr/>
        </p:nvSpPr>
        <p:spPr>
          <a:xfrm>
            <a:off x="3081130" y="490329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Play with solid fill">
            <a:extLst>
              <a:ext uri="{FF2B5EF4-FFF2-40B4-BE49-F238E27FC236}">
                <a16:creationId xmlns:a16="http://schemas.microsoft.com/office/drawing/2014/main" id="{DF719CF3-FD9B-41AE-A722-73D8BFF43D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73287" y="556630"/>
            <a:ext cx="914400" cy="91440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7FBE4266-E433-1664-4688-6B6A03FDB9E2}"/>
              </a:ext>
            </a:extLst>
          </p:cNvPr>
          <p:cNvSpPr/>
          <p:nvPr/>
        </p:nvSpPr>
        <p:spPr>
          <a:xfrm flipH="1">
            <a:off x="4403036" y="490329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Play with solid fill">
            <a:extLst>
              <a:ext uri="{FF2B5EF4-FFF2-40B4-BE49-F238E27FC236}">
                <a16:creationId xmlns:a16="http://schemas.microsoft.com/office/drawing/2014/main" id="{D0254788-D1F7-5847-8736-D7B93C8957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4403036" y="556551"/>
            <a:ext cx="914400" cy="914400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7FC6109B-CC8D-143F-4C11-5A8725E9CADF}"/>
              </a:ext>
            </a:extLst>
          </p:cNvPr>
          <p:cNvSpPr/>
          <p:nvPr/>
        </p:nvSpPr>
        <p:spPr>
          <a:xfrm>
            <a:off x="483704" y="1736034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Drama with solid fill">
            <a:extLst>
              <a:ext uri="{FF2B5EF4-FFF2-40B4-BE49-F238E27FC236}">
                <a16:creationId xmlns:a16="http://schemas.microsoft.com/office/drawing/2014/main" id="{E822BD2A-96DF-6F12-CF8E-86DBECA02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79821" y="1802295"/>
            <a:ext cx="914400" cy="914400"/>
          </a:xfrm>
          <a:prstGeom prst="rect">
            <a:avLst/>
          </a:prstGeom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58875F90-6507-D464-1075-FCF42E1C7EAB}"/>
              </a:ext>
            </a:extLst>
          </p:cNvPr>
          <p:cNvSpPr/>
          <p:nvPr/>
        </p:nvSpPr>
        <p:spPr>
          <a:xfrm>
            <a:off x="1782417" y="1736034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 descr="Triangle Ruler with solid fill">
            <a:extLst>
              <a:ext uri="{FF2B5EF4-FFF2-40B4-BE49-F238E27FC236}">
                <a16:creationId xmlns:a16="http://schemas.microsoft.com/office/drawing/2014/main" id="{C4C48376-21E8-C62F-B3B3-05353F855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954694" y="1878494"/>
            <a:ext cx="762001" cy="762001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BC0C2A0D-7A5E-4B3D-6BD9-BB5A6066E353}"/>
              </a:ext>
            </a:extLst>
          </p:cNvPr>
          <p:cNvSpPr/>
          <p:nvPr/>
        </p:nvSpPr>
        <p:spPr>
          <a:xfrm>
            <a:off x="3061251" y="1736034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 descr="Quill with solid fill">
            <a:extLst>
              <a:ext uri="{FF2B5EF4-FFF2-40B4-BE49-F238E27FC236}">
                <a16:creationId xmlns:a16="http://schemas.microsoft.com/office/drawing/2014/main" id="{46BAC406-8894-05BA-9E4E-B731236D7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157368" y="1802295"/>
            <a:ext cx="914400" cy="914400"/>
          </a:xfrm>
          <a:prstGeom prst="rect">
            <a:avLst/>
          </a:prstGeom>
        </p:spPr>
      </p:pic>
      <p:sp>
        <p:nvSpPr>
          <p:cNvPr id="42" name="Oval 41">
            <a:extLst>
              <a:ext uri="{FF2B5EF4-FFF2-40B4-BE49-F238E27FC236}">
                <a16:creationId xmlns:a16="http://schemas.microsoft.com/office/drawing/2014/main" id="{8EB8F863-3FD6-22B5-750A-F5E8FC76C651}"/>
              </a:ext>
            </a:extLst>
          </p:cNvPr>
          <p:cNvSpPr/>
          <p:nvPr/>
        </p:nvSpPr>
        <p:spPr>
          <a:xfrm>
            <a:off x="4403036" y="1772477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Graphic 43" descr="Playbook with solid fill">
            <a:extLst>
              <a:ext uri="{FF2B5EF4-FFF2-40B4-BE49-F238E27FC236}">
                <a16:creationId xmlns:a16="http://schemas.microsoft.com/office/drawing/2014/main" id="{4FB877E8-D8E2-B799-D81C-8EE58F193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499153" y="1838738"/>
            <a:ext cx="914400" cy="914400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97FDB389-EB95-C27B-C677-176EE81E6639}"/>
              </a:ext>
            </a:extLst>
          </p:cNvPr>
          <p:cNvSpPr/>
          <p:nvPr/>
        </p:nvSpPr>
        <p:spPr>
          <a:xfrm>
            <a:off x="5701749" y="1802295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Graphic 47" descr="Comment Heart with solid fill">
            <a:extLst>
              <a:ext uri="{FF2B5EF4-FFF2-40B4-BE49-F238E27FC236}">
                <a16:creationId xmlns:a16="http://schemas.microsoft.com/office/drawing/2014/main" id="{1A4214B4-825F-218D-6904-EFE3B702EB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797866" y="1868556"/>
            <a:ext cx="914400" cy="914400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91B919FA-E472-6D05-D191-7DB36BFF6063}"/>
              </a:ext>
            </a:extLst>
          </p:cNvPr>
          <p:cNvSpPr/>
          <p:nvPr/>
        </p:nvSpPr>
        <p:spPr>
          <a:xfrm>
            <a:off x="483625" y="3071192"/>
            <a:ext cx="1106557" cy="1046922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Graphic 51" descr="Alien Face with solid fill">
            <a:extLst>
              <a:ext uri="{FF2B5EF4-FFF2-40B4-BE49-F238E27FC236}">
                <a16:creationId xmlns:a16="http://schemas.microsoft.com/office/drawing/2014/main" id="{015B8921-9655-701B-783D-6611B9A70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79742" y="313745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3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3C07-1F9B-31F2-6B0A-99D3D92F8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96">
            <a:extLst>
              <a:ext uri="{FF2B5EF4-FFF2-40B4-BE49-F238E27FC236}">
                <a16:creationId xmlns:a16="http://schemas.microsoft.com/office/drawing/2014/main" id="{E2841D3B-9923-B418-047D-7514D5FAB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660" y="5086533"/>
            <a:ext cx="697863" cy="10467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3F9C709-FA1A-5C89-56DF-1084AC8081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616" y="5090530"/>
            <a:ext cx="639624" cy="95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1A9845AF-38DF-4EFC-95BE-CC52ACD28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214" y="5086534"/>
            <a:ext cx="658278" cy="98520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58A456EF-33FE-CF76-983E-5183674F7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787" y="5089098"/>
            <a:ext cx="679873" cy="10175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FC585D-C832-4C85-7317-3220757037B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AD2273B-409E-E815-5537-6B468D9E1AF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FC070-BF4B-C728-FCD1-061DD3B111FA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9192B-4C7F-0EC7-8C40-DC08119EA1D5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93BFD55-CBC8-A01B-7FD9-CDDA83FC0EBD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CD7CC9-B301-5A56-27FD-5B797D8F23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7487" y="4624502"/>
            <a:ext cx="917453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C1EDB9F-B559-5C41-C928-CC7CABB96B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06295" y="4629058"/>
            <a:ext cx="883367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FA3B81E-7588-00E7-E8E7-BF8F2EDFB013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0BC998-7D33-F2C8-30E0-D40E933219D8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3B229A-49D9-EE8E-06A5-08B96AA2211D}"/>
                </a:ext>
              </a:extLst>
            </p:cNvPr>
            <p:cNvSpPr txBox="1"/>
            <p:nvPr/>
          </p:nvSpPr>
          <p:spPr>
            <a:xfrm>
              <a:off x="0" y="5781487"/>
              <a:ext cx="1710725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The Backroom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A33B1B3-3676-5BB1-8B4A-4510BDC328AF}"/>
                </a:ext>
              </a:extLst>
            </p:cNvPr>
            <p:cNvSpPr txBox="1"/>
            <p:nvPr/>
          </p:nvSpPr>
          <p:spPr>
            <a:xfrm>
              <a:off x="1608694" y="5800790"/>
              <a:ext cx="7507713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This room is a bit stinky…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5F5A3FF-43D2-10CA-CC36-0B8F3F9BCE41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Go upstairs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9E76EB81-31E7-A37C-394A-BAAD3B8A303B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Go outside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BA57712-2DC8-2DF6-159E-9BCD8C097B51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DBDDE69-F200-5713-8928-05E010539928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53F5BA3-EF8C-9EEF-4FE1-6C42787B1E4E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663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1EFB74-2998-3132-8A22-15A4B5C5F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15" y="0"/>
            <a:ext cx="916423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254DFC-B14E-B8EF-1E4E-2007382C6EEF}"/>
              </a:ext>
            </a:extLst>
          </p:cNvPr>
          <p:cNvSpPr txBox="1"/>
          <p:nvPr/>
        </p:nvSpPr>
        <p:spPr>
          <a:xfrm>
            <a:off x="3996361" y="2467154"/>
            <a:ext cx="1151277" cy="30777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</a:rPr>
              <a:t>Room 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96D24-ACC5-2F4A-963F-2CCD3109F880}"/>
              </a:ext>
            </a:extLst>
          </p:cNvPr>
          <p:cNvSpPr txBox="1"/>
          <p:nvPr/>
        </p:nvSpPr>
        <p:spPr>
          <a:xfrm>
            <a:off x="914822" y="169653"/>
            <a:ext cx="1114408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</a:rPr>
              <a:t>Peeps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E355F2-CD20-6DF7-8AEC-39BD41EBB6A2}"/>
              </a:ext>
            </a:extLst>
          </p:cNvPr>
          <p:cNvSpPr txBox="1"/>
          <p:nvPr/>
        </p:nvSpPr>
        <p:spPr>
          <a:xfrm>
            <a:off x="2065758" y="4730151"/>
            <a:ext cx="1021433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</a:rPr>
              <a:t>Card 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A7E14-F992-C7F2-B4EC-8C505FC125ED}"/>
              </a:ext>
            </a:extLst>
          </p:cNvPr>
          <p:cNvSpPr txBox="1"/>
          <p:nvPr/>
        </p:nvSpPr>
        <p:spPr>
          <a:xfrm>
            <a:off x="3784543" y="5817079"/>
            <a:ext cx="928459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</a:rPr>
              <a:t>Look Bar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E8CF6A-763C-4256-DDF8-122CA5463BAF}"/>
              </a:ext>
            </a:extLst>
          </p:cNvPr>
          <p:cNvSpPr txBox="1"/>
          <p:nvPr/>
        </p:nvSpPr>
        <p:spPr>
          <a:xfrm>
            <a:off x="2968213" y="6112779"/>
            <a:ext cx="1393330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</a:rPr>
              <a:t>Quick Actions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65D5AF-CCE0-AF4F-F97C-7B0A92DECAE1}"/>
              </a:ext>
            </a:extLst>
          </p:cNvPr>
          <p:cNvSpPr txBox="1"/>
          <p:nvPr/>
        </p:nvSpPr>
        <p:spPr>
          <a:xfrm>
            <a:off x="7425195" y="6389778"/>
            <a:ext cx="928459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</a:rPr>
              <a:t>Chat Bar</a:t>
            </a:r>
          </a:p>
        </p:txBody>
      </p:sp>
    </p:spTree>
    <p:extLst>
      <p:ext uri="{BB962C8B-B14F-4D97-AF65-F5344CB8AC3E}">
        <p14:creationId xmlns:p14="http://schemas.microsoft.com/office/powerpoint/2010/main" val="378012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EEF12-4202-0BB7-D657-08E5DB0A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86E2B4D3-006C-CEC1-7675-B1B0CA8BE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40" y="4744403"/>
            <a:ext cx="769310" cy="11513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6612D66B-2C5F-BF4B-FF29-38C1CFBC8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7349" y="4737538"/>
            <a:ext cx="789710" cy="11819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B3705824-1BCB-5B14-B9D9-6DF6DA51E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158" y="4756840"/>
            <a:ext cx="789710" cy="11819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B707AC-9E71-7A90-5252-7F8931AC577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4963662-A0E9-F752-7BEB-F0AB65144D4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922F5A-3529-5877-CD6A-4D3C38904915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DC8798-447C-6D6D-1752-625B2861F26A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BE11485F-5D24-03C1-B99F-384A756A45CD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6CCEC7-59F6-59F6-D518-C80466F701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74129">
            <a:off x="7534941" y="4668392"/>
            <a:ext cx="917453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C2CA0B5-2A8F-37D1-2DF9-4FE606063A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250855">
            <a:off x="7522250" y="4563627"/>
            <a:ext cx="883367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8EF28FF-91B8-4936-6CAF-7BA8D8F15BC4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722B3B-3C2A-FB72-B71E-AD90A4808F3C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888D980-0D95-032F-25E8-9C05C412AEA0}"/>
                </a:ext>
              </a:extLst>
            </p:cNvPr>
            <p:cNvSpPr txBox="1"/>
            <p:nvPr/>
          </p:nvSpPr>
          <p:spPr>
            <a:xfrm>
              <a:off x="0" y="5781487"/>
              <a:ext cx="1710725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The Backroom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02DBC91-F77A-3336-F2BF-931000DBC143}"/>
                </a:ext>
              </a:extLst>
            </p:cNvPr>
            <p:cNvSpPr txBox="1"/>
            <p:nvPr/>
          </p:nvSpPr>
          <p:spPr>
            <a:xfrm>
              <a:off x="1608694" y="5800790"/>
              <a:ext cx="7507713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This room is a bit stinky…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2FFAE74D-3B70-8997-5A90-1E37A111FDB2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Go upstairs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1A8F2F95-77AC-783D-3D5D-FC24D07D0B70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Go outside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931C57C-AF58-168C-EB37-737B117BB84D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AA6FC63-2A7F-F9A7-7A34-825F287B11FC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2026C50-A771-D5A3-5845-BE2DAB9A201C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805CB488-6E2F-3ADD-3088-F64A46BEE1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2967" y="4754190"/>
            <a:ext cx="789710" cy="11819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020AD1B-6050-F35A-EDD8-08B5F80FA8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0776" y="4759989"/>
            <a:ext cx="789710" cy="11845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7AFE818-C867-6A1C-ED77-ADA8829858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38585" y="4754190"/>
            <a:ext cx="807209" cy="12379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786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6C0E3-E381-15E1-8C64-B2A60D634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09" y="332307"/>
            <a:ext cx="7696867" cy="2225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6378FE-757C-6B2B-40BA-C7B96A27CAAB}"/>
              </a:ext>
            </a:extLst>
          </p:cNvPr>
          <p:cNvSpPr txBox="1"/>
          <p:nvPr/>
        </p:nvSpPr>
        <p:spPr>
          <a:xfrm>
            <a:off x="2482259" y="332307"/>
            <a:ext cx="1951175" cy="27699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</a:rPr>
              <a:t>Expanded Core Cards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DD665B-C8BF-0AF8-DD62-C7FA429484C7}"/>
              </a:ext>
            </a:extLst>
          </p:cNvPr>
          <p:cNvSpPr txBox="1"/>
          <p:nvPr/>
        </p:nvSpPr>
        <p:spPr>
          <a:xfrm>
            <a:off x="6858000" y="394896"/>
            <a:ext cx="1124303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ptos Mono" panose="020B0009020202020204" pitchFamily="49" charset="0"/>
              </a:rPr>
              <a:t>Equipped Cards (stashed)</a:t>
            </a:r>
          </a:p>
        </p:txBody>
      </p:sp>
    </p:spTree>
    <p:extLst>
      <p:ext uri="{BB962C8B-B14F-4D97-AF65-F5344CB8AC3E}">
        <p14:creationId xmlns:p14="http://schemas.microsoft.com/office/powerpoint/2010/main" val="2265039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D3B24-16D7-8CE9-4AC8-F7D84E47B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522365EF-0309-6996-E8DC-34ECE0D5B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4" y="4226848"/>
            <a:ext cx="1015413" cy="1519713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26ED29-DA85-8A14-8056-F5DD67EEFD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C9B7A6-CB6E-E114-5F77-12022104B7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4F32CF-7C3E-A862-5252-840C5EF61190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20A643-1106-5ACD-866C-E9F46E0FC77F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7B0C67B-4F2D-E265-D3DB-EE31F1C98AF7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3CD5F4-EA6A-4B5F-0DAF-E80A90438BCD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56F8C3-DD04-ADFA-4C5E-8DFDF1A5F439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2069690-C90B-8364-4AD2-66CB1ECBAD8A}"/>
                </a:ext>
              </a:extLst>
            </p:cNvPr>
            <p:cNvSpPr txBox="1"/>
            <p:nvPr/>
          </p:nvSpPr>
          <p:spPr>
            <a:xfrm>
              <a:off x="0" y="5781487"/>
              <a:ext cx="1710725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The Backroom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A0F47B-6D08-69D4-ADB8-B4DBFD006FE4}"/>
                </a:ext>
              </a:extLst>
            </p:cNvPr>
            <p:cNvSpPr txBox="1"/>
            <p:nvPr/>
          </p:nvSpPr>
          <p:spPr>
            <a:xfrm>
              <a:off x="1608694" y="5800790"/>
              <a:ext cx="7507713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This room is a bit stinky…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0C729AB-8670-C86F-6935-0C8CE04EF6DD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Go upstairs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22AC4F1-16F8-1307-8BCA-C8AD797FFA3D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Go outside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FB7DD365-D362-EB55-D3E0-78561D1AF99E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FAB7466-85FB-20F5-6B10-C63F902488CA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9A3CFF9-7493-BFBC-6EE6-1A8B15A2590E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A8D52EC-03D0-CA41-ED39-F1CFCEF9A1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541" y="881115"/>
            <a:ext cx="1065196" cy="159608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191324F-F0B2-CB80-4506-78337DD604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212" y="869898"/>
            <a:ext cx="1114072" cy="16072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471160-768C-BC9D-3217-F59AC2918398}"/>
              </a:ext>
            </a:extLst>
          </p:cNvPr>
          <p:cNvSpPr txBox="1"/>
          <p:nvPr/>
        </p:nvSpPr>
        <p:spPr>
          <a:xfrm>
            <a:off x="1608694" y="440097"/>
            <a:ext cx="5322194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You see these in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The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B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ackroom</a:t>
            </a:r>
            <a:r>
              <a:rPr lang="en-US" sz="1600" dirty="0">
                <a:effectLst/>
                <a:latin typeface="+mj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127919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F747-E19D-2316-4C50-A39DB0F9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7D829CEF-B580-CE82-A4B9-B72B39C10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4" y="4226848"/>
            <a:ext cx="1015413" cy="1519713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556133A-845F-AC63-8A3F-E40C0FAD15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1EDDC7-1E23-A397-A33B-1DB3398BF81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DE6859-AB7F-2BE0-9B43-1AF41DC16A45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A986E-548F-9DC6-D562-07C90A1DED25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FFE7723-B6D4-D851-BE16-4CC70C857F66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4AFD6A4-DAFA-614D-A4F9-8EB45A5883C4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0FB3CC0-69B5-3193-D259-E9B9E2F03F79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D2FBFFD-3A34-6ED3-320B-92DD218445CF}"/>
                </a:ext>
              </a:extLst>
            </p:cNvPr>
            <p:cNvSpPr txBox="1"/>
            <p:nvPr/>
          </p:nvSpPr>
          <p:spPr>
            <a:xfrm>
              <a:off x="0" y="5781487"/>
              <a:ext cx="1526380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Ballet Shoes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2DDE751-86A3-4375-9EA9-289AC9C9BCC5}"/>
                </a:ext>
              </a:extLst>
            </p:cNvPr>
            <p:cNvSpPr txBox="1"/>
            <p:nvPr/>
          </p:nvSpPr>
          <p:spPr>
            <a:xfrm>
              <a:off x="1451114" y="5800790"/>
              <a:ext cx="7665294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For the power dancer.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D96C52D-6512-E8A4-C60F-289A65F636CA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Pick Up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5561B4DE-A406-D96F-5B1B-3BFAAFD94A33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6AB48F10-F27D-4972-00FF-097630F8001A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9656CDF-74F0-6522-9510-9B79B0125353}"/>
                </a:ext>
              </a:extLst>
            </p:cNvPr>
            <p:cNvSpPr/>
            <p:nvPr/>
          </p:nvSpPr>
          <p:spPr>
            <a:xfrm>
              <a:off x="1068486" y="6128548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F3D0CD0C-AE63-C58D-AFE7-680A0DB186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541" y="881115"/>
            <a:ext cx="1065196" cy="1596082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04350C1-1AF1-41A8-9770-7008CBD00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1212" y="869898"/>
            <a:ext cx="1114072" cy="16072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C5D7C2B-8817-9510-74A6-2510D11AE490}"/>
              </a:ext>
            </a:extLst>
          </p:cNvPr>
          <p:cNvSpPr txBox="1"/>
          <p:nvPr/>
        </p:nvSpPr>
        <p:spPr>
          <a:xfrm>
            <a:off x="1608694" y="440097"/>
            <a:ext cx="5322194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You see these in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The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B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ackroom</a:t>
            </a:r>
            <a:r>
              <a:rPr lang="en-US" sz="1600" dirty="0">
                <a:effectLst/>
                <a:latin typeface="+mj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26680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E8E6D-E40A-EC93-2D12-A6AF39D8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EC9DA757-D833-6542-615B-92243B6B4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4" y="4226848"/>
            <a:ext cx="1015413" cy="1519713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EC0345A-75AA-A100-C745-4D1566AD32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42EA76A-3E26-C352-00A4-C5F75F5C575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A9740F-E632-1C24-5DAD-3BE953EEAB53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E7A78-4131-3C21-923F-583C3D3209A1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FD0BC8A-00AB-D17F-9202-9BC2DB84CDC8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B80ED39-3381-2545-0E37-05B07E7F58B6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9839B57-F7EF-2B5E-98A3-F2B3685D3E4E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6973449-105A-5F00-412A-280E493D839A}"/>
                </a:ext>
              </a:extLst>
            </p:cNvPr>
            <p:cNvSpPr txBox="1"/>
            <p:nvPr/>
          </p:nvSpPr>
          <p:spPr>
            <a:xfrm>
              <a:off x="0" y="5781487"/>
              <a:ext cx="1526380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Ballet Shoes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193F348-0189-84F1-50C8-B0376846E98F}"/>
                </a:ext>
              </a:extLst>
            </p:cNvPr>
            <p:cNvSpPr txBox="1"/>
            <p:nvPr/>
          </p:nvSpPr>
          <p:spPr>
            <a:xfrm>
              <a:off x="1451114" y="5800790"/>
              <a:ext cx="7665294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For the power dancer.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D49F88A-3291-8FA8-23BE-23D437050821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Pick Up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70B5723-8AB2-C8F0-5C93-EB44D88EE67B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1C8F1F5-9ECA-C54D-21F5-CCFDBD883AFE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409489F-1FF5-FEEE-5F36-0DEAD9BE2E7C}"/>
                </a:ext>
              </a:extLst>
            </p:cNvPr>
            <p:cNvSpPr/>
            <p:nvPr/>
          </p:nvSpPr>
          <p:spPr>
            <a:xfrm>
              <a:off x="1068486" y="6128548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D788FE2-51A6-3DDD-7248-966E95420F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1212" y="869898"/>
            <a:ext cx="1114072" cy="160729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783F3E7-FC37-B3A0-76AC-44E87123E283}"/>
              </a:ext>
            </a:extLst>
          </p:cNvPr>
          <p:cNvSpPr txBox="1"/>
          <p:nvPr/>
        </p:nvSpPr>
        <p:spPr>
          <a:xfrm>
            <a:off x="1608694" y="440097"/>
            <a:ext cx="5322194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You see these in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The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B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ackroom</a:t>
            </a:r>
            <a:r>
              <a:rPr lang="en-US" sz="1600" dirty="0">
                <a:effectLst/>
                <a:latin typeface="+mj-lt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FFAF2-AD20-CC3F-745A-E8555612A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051" b="93555" l="2409" r="97201">
                        <a14:foregroundMark x1="3451" y1="3613" x2="3841" y2="95117"/>
                        <a14:foregroundMark x1="3841" y1="95117" x2="67578" y2="92578"/>
                        <a14:foregroundMark x1="67578" y1="92578" x2="85872" y2="95313"/>
                        <a14:foregroundMark x1="85872" y1="95313" x2="96875" y2="71387"/>
                        <a14:foregroundMark x1="96875" y1="71387" x2="96810" y2="16211"/>
                        <a14:foregroundMark x1="96810" y1="16211" x2="83789" y2="2539"/>
                        <a14:foregroundMark x1="83789" y1="2539" x2="3906" y2="2246"/>
                        <a14:foregroundMark x1="79427" y1="13672" x2="32682" y2="59570"/>
                        <a14:foregroundMark x1="32682" y1="59570" x2="87891" y2="75000"/>
                        <a14:foregroundMark x1="17773" y1="11035" x2="17773" y2="53223"/>
                        <a14:foregroundMark x1="41341" y1="15234" x2="25977" y2="55566"/>
                        <a14:foregroundMark x1="30273" y1="16211" x2="18685" y2="81836"/>
                        <a14:foregroundMark x1="18685" y1="81836" x2="49805" y2="71777"/>
                        <a14:foregroundMark x1="94141" y1="6152" x2="93294" y2="93555"/>
                        <a14:foregroundMark x1="93294" y1="93555" x2="93294" y2="93555"/>
                        <a14:foregroundMark x1="5208" y1="43848" x2="8464" y2="4590"/>
                        <a14:foregroundMark x1="9310" y1="6445" x2="84831" y2="6445"/>
                        <a14:foregroundMark x1="86133" y1="3906" x2="97201" y2="6445"/>
                        <a14:foregroundMark x1="2799" y1="83398" x2="3451" y2="75684"/>
                        <a14:foregroundMark x1="2604" y1="50977" x2="2409" y2="460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20339" y="1217574"/>
            <a:ext cx="5076810" cy="33845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2FCF83-E9ED-7AD2-BB18-B8F8314AB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4391" y="596311"/>
            <a:ext cx="632260" cy="94737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A0F19B-D3DE-9311-E92C-35A8D8E6C8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5548" y="583015"/>
            <a:ext cx="690679" cy="99274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0AD1AA-E93C-0671-2B44-C0553A4B018B}"/>
              </a:ext>
            </a:extLst>
          </p:cNvPr>
          <p:cNvSpPr txBox="1"/>
          <p:nvPr/>
        </p:nvSpPr>
        <p:spPr>
          <a:xfrm>
            <a:off x="2319130" y="1541027"/>
            <a:ext cx="203420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Ballet Shoes</a:t>
            </a:r>
          </a:p>
          <a:p>
            <a:pPr algn="ctr"/>
            <a:r>
              <a:rPr lang="en-US" sz="1100" dirty="0">
                <a:solidFill>
                  <a:schemeClr val="bg1"/>
                </a:solidFill>
                <a:latin typeface="+mj-lt"/>
              </a:rPr>
              <a:t>For the power dancer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DCC7CD-EB19-ED7E-199E-B0FB1759D5B5}"/>
              </a:ext>
            </a:extLst>
          </p:cNvPr>
          <p:cNvSpPr txBox="1"/>
          <p:nvPr/>
        </p:nvSpPr>
        <p:spPr>
          <a:xfrm>
            <a:off x="2319130" y="2166420"/>
            <a:ext cx="20342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+mj-lt"/>
              </a:rPr>
              <a:t>This is an item. It’s made of fabric. It’s pink and worth 2 bops.</a:t>
            </a:r>
          </a:p>
          <a:p>
            <a:endParaRPr lang="en-US" sz="1100" dirty="0">
              <a:solidFill>
                <a:schemeClr val="bg1"/>
              </a:solidFill>
              <a:latin typeface="+mj-lt"/>
            </a:endParaRPr>
          </a:p>
          <a:p>
            <a:r>
              <a:rPr lang="en-US" sz="1100" b="1" dirty="0">
                <a:solidFill>
                  <a:schemeClr val="bg1"/>
                </a:solidFill>
                <a:latin typeface="+mj-lt"/>
              </a:rPr>
              <a:t>When Equipped:</a:t>
            </a:r>
          </a:p>
          <a:p>
            <a:r>
              <a:rPr lang="en-US" sz="1100" dirty="0">
                <a:solidFill>
                  <a:schemeClr val="bg1"/>
                </a:solidFill>
                <a:latin typeface="+mj-lt"/>
              </a:rPr>
              <a:t>+1 Charisma, +2 Fanciness.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37678A9-D7D8-5DBB-9B61-BC470A241DAF}"/>
              </a:ext>
            </a:extLst>
          </p:cNvPr>
          <p:cNvSpPr/>
          <p:nvPr/>
        </p:nvSpPr>
        <p:spPr>
          <a:xfrm>
            <a:off x="5914175" y="4154862"/>
            <a:ext cx="815009" cy="231913"/>
          </a:xfrm>
          <a:prstGeom prst="roundRect">
            <a:avLst>
              <a:gd name="adj" fmla="val 30953"/>
            </a:avLst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ptos ExtraBold" panose="020B0004020202020204" pitchFamily="34" charset="0"/>
              </a:rPr>
              <a:t>COMMON</a:t>
            </a:r>
          </a:p>
        </p:txBody>
      </p:sp>
    </p:spTree>
    <p:extLst>
      <p:ext uri="{BB962C8B-B14F-4D97-AF65-F5344CB8AC3E}">
        <p14:creationId xmlns:p14="http://schemas.microsoft.com/office/powerpoint/2010/main" val="380142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A96F-E06B-5589-0427-97BB9FE2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2839997-4725-88FB-E027-292B85D5B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20C346-D75D-DC44-9A9F-9BE8B651E2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4A454E-371A-6E7D-F43A-A1D4E53AC3CD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325EB-7E3C-EDD7-451A-2EC7D6C82E61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AF237C0-26E3-5914-6F08-569DE0A1E18D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58D84F2-7025-2E99-E8CA-2F0362594D56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39E7036-517E-CE3B-FEDB-5A8180DC757B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68066B6-F94B-FAD3-BCBF-5DB50B033BFA}"/>
                </a:ext>
              </a:extLst>
            </p:cNvPr>
            <p:cNvSpPr txBox="1"/>
            <p:nvPr/>
          </p:nvSpPr>
          <p:spPr>
            <a:xfrm>
              <a:off x="0" y="5781487"/>
              <a:ext cx="1526380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Ballet Shoes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26D972B-384B-8E0B-C9E1-62211ADFD907}"/>
                </a:ext>
              </a:extLst>
            </p:cNvPr>
            <p:cNvSpPr txBox="1"/>
            <p:nvPr/>
          </p:nvSpPr>
          <p:spPr>
            <a:xfrm>
              <a:off x="1451114" y="5800790"/>
              <a:ext cx="7665294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For the power dancer.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923F3B3D-FC35-6662-15DD-ACECD858484D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Pick Up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4C0D99DD-77B0-C958-4C34-92DDE7876FC9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95A69BDE-3DA5-AE35-D7FA-7886ABB51085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983CEE6-B8B4-6845-3009-E10893A391B2}"/>
                </a:ext>
              </a:extLst>
            </p:cNvPr>
            <p:cNvSpPr/>
            <p:nvPr/>
          </p:nvSpPr>
          <p:spPr>
            <a:xfrm>
              <a:off x="1068486" y="6128548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DCB1D88-E729-A3C8-1565-331C0B030CD9}"/>
              </a:ext>
            </a:extLst>
          </p:cNvPr>
          <p:cNvSpPr txBox="1"/>
          <p:nvPr/>
        </p:nvSpPr>
        <p:spPr>
          <a:xfrm>
            <a:off x="1608694" y="440097"/>
            <a:ext cx="5322194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Emotes: 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Expressions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C6F92-50FC-788A-586B-AE5E9C64CD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8" y="4173010"/>
            <a:ext cx="1087620" cy="162778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61DD6DBE-7B5F-CC53-F18D-369871557364}"/>
              </a:ext>
            </a:extLst>
          </p:cNvPr>
          <p:cNvGrpSpPr/>
          <p:nvPr/>
        </p:nvGrpSpPr>
        <p:grpSpPr>
          <a:xfrm>
            <a:off x="3732277" y="2273385"/>
            <a:ext cx="1314003" cy="1364793"/>
            <a:chOff x="3774832" y="1953656"/>
            <a:chExt cx="1314003" cy="136479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8E70395-8B70-A75E-F165-E42663028BE4}"/>
                </a:ext>
              </a:extLst>
            </p:cNvPr>
            <p:cNvSpPr/>
            <p:nvPr/>
          </p:nvSpPr>
          <p:spPr>
            <a:xfrm>
              <a:off x="3774832" y="1953656"/>
              <a:ext cx="656662" cy="67240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F46B88C-7579-4F4E-FCD1-559D4F83EFEE}"/>
                </a:ext>
              </a:extLst>
            </p:cNvPr>
            <p:cNvSpPr/>
            <p:nvPr/>
          </p:nvSpPr>
          <p:spPr>
            <a:xfrm>
              <a:off x="3915338" y="2646043"/>
              <a:ext cx="656662" cy="672406"/>
            </a:xfrm>
            <a:prstGeom prst="ellipse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2399E78-0B83-8AED-ADA8-8E38B301B28D}"/>
                </a:ext>
              </a:extLst>
            </p:cNvPr>
            <p:cNvSpPr/>
            <p:nvPr/>
          </p:nvSpPr>
          <p:spPr>
            <a:xfrm>
              <a:off x="4432173" y="2170185"/>
              <a:ext cx="656662" cy="672406"/>
            </a:xfrm>
            <a:prstGeom prst="ellipse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Drama with solid fill">
              <a:extLst>
                <a:ext uri="{FF2B5EF4-FFF2-40B4-BE49-F238E27FC236}">
                  <a16:creationId xmlns:a16="http://schemas.microsoft.com/office/drawing/2014/main" id="{67C502CC-F531-7D76-3201-B621D1F7CC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09393" y="2081389"/>
              <a:ext cx="416939" cy="416939"/>
            </a:xfrm>
            <a:prstGeom prst="rect">
              <a:avLst/>
            </a:prstGeom>
          </p:spPr>
        </p:pic>
        <p:pic>
          <p:nvPicPr>
            <p:cNvPr id="11" name="Graphic 10" descr="Film strip outline">
              <a:extLst>
                <a:ext uri="{FF2B5EF4-FFF2-40B4-BE49-F238E27FC236}">
                  <a16:creationId xmlns:a16="http://schemas.microsoft.com/office/drawing/2014/main" id="{F81E9D38-6EA5-22E1-7A91-2ED29B7243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21305401">
              <a:off x="4507736" y="2252940"/>
              <a:ext cx="506896" cy="506896"/>
            </a:xfrm>
            <a:prstGeom prst="rect">
              <a:avLst/>
            </a:prstGeom>
          </p:spPr>
        </p:pic>
        <p:pic>
          <p:nvPicPr>
            <p:cNvPr id="13" name="Graphic 12" descr="Fireworks with solid fill">
              <a:extLst>
                <a:ext uri="{FF2B5EF4-FFF2-40B4-BE49-F238E27FC236}">
                  <a16:creationId xmlns:a16="http://schemas.microsoft.com/office/drawing/2014/main" id="{BB491268-D06B-20D7-D107-913D07EFF9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022716" y="2746902"/>
              <a:ext cx="457200" cy="457200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6D5D171D-F0F9-2954-3469-45380AF6FA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2923" y="2597575"/>
            <a:ext cx="753591" cy="112917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012ADD0-BD41-C79C-055B-D3D0854EA2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6383" y="1136673"/>
            <a:ext cx="748912" cy="112216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BD83B09-A335-FCE9-0436-73F00EBB63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47906" y="880041"/>
            <a:ext cx="735985" cy="1102795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BEFBA74-53B8-8525-0337-EF71F1D382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30186" y="3932346"/>
            <a:ext cx="753591" cy="11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52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DF8CBF-ADE9-F174-1D5D-75490D6D1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3" y="75909"/>
            <a:ext cx="8931414" cy="67061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006A4D-A0DA-3EA4-2992-B97E54AE025C}"/>
              </a:ext>
            </a:extLst>
          </p:cNvPr>
          <p:cNvSpPr txBox="1"/>
          <p:nvPr/>
        </p:nvSpPr>
        <p:spPr>
          <a:xfrm>
            <a:off x="5145437" y="2704143"/>
            <a:ext cx="1124303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ptos Mono" panose="020B0009020202020204" pitchFamily="49" charset="0"/>
              </a:rPr>
              <a:t>Emote Categories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BD16B-9F9B-0975-17C0-FF6DFE3556D6}"/>
              </a:ext>
            </a:extLst>
          </p:cNvPr>
          <p:cNvSpPr txBox="1"/>
          <p:nvPr/>
        </p:nvSpPr>
        <p:spPr>
          <a:xfrm>
            <a:off x="1671233" y="1531437"/>
            <a:ext cx="1124303" cy="21544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ptos Mono" panose="020B0009020202020204" pitchFamily="49" charset="0"/>
              </a:rPr>
              <a:t>Emote Cards</a:t>
            </a:r>
          </a:p>
        </p:txBody>
      </p:sp>
    </p:spTree>
    <p:extLst>
      <p:ext uri="{BB962C8B-B14F-4D97-AF65-F5344CB8AC3E}">
        <p14:creationId xmlns:p14="http://schemas.microsoft.com/office/powerpoint/2010/main" val="3693330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FD24-B473-252B-19F2-147248E7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96">
            <a:extLst>
              <a:ext uri="{FF2B5EF4-FFF2-40B4-BE49-F238E27FC236}">
                <a16:creationId xmlns:a16="http://schemas.microsoft.com/office/drawing/2014/main" id="{C2DEA10A-EDCD-598A-B25F-A584A6BD9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8293" y="5033525"/>
            <a:ext cx="697863" cy="10467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8B7BD128-DECB-827C-3E48-820605E26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49" y="5037522"/>
            <a:ext cx="639624" cy="95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0C8DC937-1F25-0259-399A-E476CA0FF5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6847" y="5033526"/>
            <a:ext cx="658278" cy="985208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A64A7BF5-FADA-EDC4-10CC-7F4EB535B0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420" y="5036090"/>
            <a:ext cx="679873" cy="10175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08E6D4-777A-06D6-CA40-3A94F1A7348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B4FFA9-30BE-8D17-0D37-83EE57E0EA0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0655C1-AC52-A0A1-35A2-562200B8C16D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74498-1C9B-AAEC-CC77-BBAC047504F9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28D1DEDE-3ADB-8632-D1ED-AC1EDDE87B3E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AB4E0A-5A43-12D5-7293-20B6F16F83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04120" y="4571494"/>
            <a:ext cx="917453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F392DB5-C624-C57A-D9F0-989104C99E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2928" y="4576050"/>
            <a:ext cx="883367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8697198-53E5-72CF-BAF9-994A42A58637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89E35E8-21CC-98BF-BA55-5081E39AC92C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571DFFC-33D3-C6B8-94E1-A0BDF96CCABB}"/>
                </a:ext>
              </a:extLst>
            </p:cNvPr>
            <p:cNvSpPr txBox="1"/>
            <p:nvPr/>
          </p:nvSpPr>
          <p:spPr>
            <a:xfrm>
              <a:off x="0" y="5781487"/>
              <a:ext cx="1710725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The Backroom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84A3811-34C5-1C3F-B70F-6F83146CA31D}"/>
                </a:ext>
              </a:extLst>
            </p:cNvPr>
            <p:cNvSpPr txBox="1"/>
            <p:nvPr/>
          </p:nvSpPr>
          <p:spPr>
            <a:xfrm>
              <a:off x="1608694" y="5800790"/>
              <a:ext cx="7507713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This room is a bit stinky…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F22FC6B-668A-3231-555A-69A00953BAE7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Go upstairs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CD92FE24-96C3-3189-D79A-3CE7943E8DA9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Go outside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CD6CA11-BBA2-44A8-80BA-00D3350B24F6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39E8AEB3-3127-54E8-2450-6B7232532D2A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47CA9236-C196-EF06-5165-0DC7D28D9E87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22E9199-FB14-D121-9B1F-50554C5CF650}"/>
              </a:ext>
            </a:extLst>
          </p:cNvPr>
          <p:cNvSpPr/>
          <p:nvPr/>
        </p:nvSpPr>
        <p:spPr>
          <a:xfrm>
            <a:off x="961457" y="151027"/>
            <a:ext cx="647237" cy="499858"/>
          </a:xfrm>
          <a:prstGeom prst="wedgeRoundRectCallout">
            <a:avLst>
              <a:gd name="adj1" fmla="val -83982"/>
              <a:gd name="adj2" fmla="val -9039"/>
              <a:gd name="adj3" fmla="val 16667"/>
            </a:avLst>
          </a:prstGeom>
          <a:solidFill>
            <a:schemeClr val="tx2">
              <a:lumMod val="75000"/>
            </a:schemeClr>
          </a:solidFill>
          <a:effectLst>
            <a:outerShdw blurRad="101600" sx="110000" sy="11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😀</a:t>
            </a:r>
          </a:p>
        </p:txBody>
      </p:sp>
      <p:sp>
        <p:nvSpPr>
          <p:cNvPr id="9" name="Thought Bubble: Cloud 8">
            <a:extLst>
              <a:ext uri="{FF2B5EF4-FFF2-40B4-BE49-F238E27FC236}">
                <a16:creationId xmlns:a16="http://schemas.microsoft.com/office/drawing/2014/main" id="{EFD3CB7A-5CFC-6B4A-3558-E9037CC9AE2C}"/>
              </a:ext>
            </a:extLst>
          </p:cNvPr>
          <p:cNvSpPr/>
          <p:nvPr/>
        </p:nvSpPr>
        <p:spPr>
          <a:xfrm>
            <a:off x="961455" y="773734"/>
            <a:ext cx="1225153" cy="1033538"/>
          </a:xfrm>
          <a:prstGeom prst="cloudCallout">
            <a:avLst>
              <a:gd name="adj1" fmla="val -75888"/>
              <a:gd name="adj2" fmla="val 13024"/>
            </a:avLst>
          </a:prstGeom>
          <a:solidFill>
            <a:schemeClr val="tx2">
              <a:lumMod val="75000"/>
            </a:schemeClr>
          </a:solidFill>
          <a:effectLst>
            <a:outerShdw blurRad="101600" sx="110000" sy="11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Meow. Meow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meo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mememeow,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  <a:latin typeface="Dreaming Outloud Pro" panose="03050502040302030504" pitchFamily="66" charset="0"/>
                <a:cs typeface="Dreaming Outloud Pro" panose="03050502040302030504" pitchFamily="66" charset="0"/>
              </a:rPr>
              <a:t>purrrrr.</a:t>
            </a:r>
          </a:p>
        </p:txBody>
      </p:sp>
    </p:spTree>
    <p:extLst>
      <p:ext uri="{BB962C8B-B14F-4D97-AF65-F5344CB8AC3E}">
        <p14:creationId xmlns:p14="http://schemas.microsoft.com/office/powerpoint/2010/main" val="2767569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2C5D0-D2C5-C798-A2B2-072ABA7D8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29103027-7E77-F667-AF17-2E9A3F910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448" y="5053404"/>
            <a:ext cx="658278" cy="98520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201905E0-0CB0-8A3D-DF99-8E024A347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894" y="5053403"/>
            <a:ext cx="697863" cy="10467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4DBB30DA-4DAE-6CF9-D7A8-9E8D47B05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50" y="5057400"/>
            <a:ext cx="639624" cy="95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28747F65-9FD9-85FF-6724-16C410A273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021" y="5055968"/>
            <a:ext cx="679873" cy="10175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0149777-F304-A735-75A9-38B8C8059EB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F376AF1-92AC-B1A8-7624-D7D2153336A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648092-51B8-50AF-0F92-793ADD0C0782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E97FB-6C5E-A8BA-D8CC-2910A8E24C23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FC4E7F1C-D7AB-00FB-B0B7-3B96FB3D90EC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B5189D-FB69-3327-4775-8BCE3D53FA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4721" y="4591372"/>
            <a:ext cx="917453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607E530-5741-C68F-4CC2-60B339FBE9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3529" y="4595928"/>
            <a:ext cx="883367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9F87A47-17A4-678A-9CF1-9ED9A0F0B1C5}"/>
              </a:ext>
            </a:extLst>
          </p:cNvPr>
          <p:cNvGrpSpPr/>
          <p:nvPr/>
        </p:nvGrpSpPr>
        <p:grpSpPr>
          <a:xfrm>
            <a:off x="-137011" y="4706337"/>
            <a:ext cx="1239260" cy="1934197"/>
            <a:chOff x="-109026" y="4683727"/>
            <a:chExt cx="1438428" cy="219551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3AC40E4-E2F0-E350-6BE5-2869EAABEA8C}"/>
                </a:ext>
              </a:extLst>
            </p:cNvPr>
            <p:cNvSpPr/>
            <p:nvPr/>
          </p:nvSpPr>
          <p:spPr>
            <a:xfrm>
              <a:off x="-109026" y="4683727"/>
              <a:ext cx="1438428" cy="2195519"/>
            </a:xfrm>
            <a:prstGeom prst="roundRect">
              <a:avLst>
                <a:gd name="adj" fmla="val 38836"/>
              </a:avLst>
            </a:prstGeom>
            <a:solidFill>
              <a:srgbClr val="000000">
                <a:alpha val="89804"/>
              </a:srgbClr>
            </a:solidFill>
            <a:effectLst>
              <a:softEdge rad="177800"/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69B418-0684-1EB2-AD76-E6DA8ACAA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5446" b="93069" l="6329" r="96203">
                          <a14:foregroundMark x1="12025" y1="5446" x2="25316" y2="10891"/>
                          <a14:foregroundMark x1="67089" y1="5941" x2="71519" y2="8416"/>
                          <a14:foregroundMark x1="69620" y1="74752" x2="88608" y2="62376"/>
                          <a14:foregroundMark x1="89873" y1="75248" x2="96203" y2="66337"/>
                          <a14:foregroundMark x1="56962" y1="85644" x2="36076" y2="88119"/>
                          <a14:foregroundMark x1="15823" y1="89604" x2="36709" y2="93564"/>
                          <a14:foregroundMark x1="56329" y1="92574" x2="60759" y2="87624"/>
                          <a14:foregroundMark x1="6329" y1="80198" x2="6329" y2="7673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0109" y="5082209"/>
              <a:ext cx="976011" cy="1247811"/>
            </a:xfrm>
            <a:prstGeom prst="rect">
              <a:avLst/>
            </a:prstGeom>
            <a:effectLst>
              <a:glow rad="228600">
                <a:schemeClr val="bg1">
                  <a:alpha val="40000"/>
                </a:schemeClr>
              </a:glo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8E27C85-880C-94D1-0731-9BDB753183D8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7ECF10E-4BFB-FFCF-4B16-E991B476E5A3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8BCFEE7-23F1-412D-C90E-75944C9BAA90}"/>
                </a:ext>
              </a:extLst>
            </p:cNvPr>
            <p:cNvSpPr txBox="1"/>
            <p:nvPr/>
          </p:nvSpPr>
          <p:spPr>
            <a:xfrm>
              <a:off x="0" y="5781487"/>
              <a:ext cx="771365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Molly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9CAA53D-BC25-0AE2-488F-2AE34C4F7279}"/>
                </a:ext>
              </a:extLst>
            </p:cNvPr>
            <p:cNvSpPr txBox="1"/>
            <p:nvPr/>
          </p:nvSpPr>
          <p:spPr>
            <a:xfrm>
              <a:off x="771366" y="5800790"/>
              <a:ext cx="8345042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A small cat with the Zoomies.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877CC90-A5AC-FE38-7968-A07BDD2EA10E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Pet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2B3E8131-A670-7B9B-009A-E13AA03F2D93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Play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4F5C0CC-6683-3903-9498-B18334B2A3CD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4EC19F9E-CB0F-25AF-8639-B9EDD6410BFD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6C7B191-72B1-C9CB-B624-92713E3AF422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Chat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4569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7CACA-0987-A799-EDFE-71421566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CDBE48F4-D4EA-33A5-55E8-1ACFDC08C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448" y="5053404"/>
            <a:ext cx="658278" cy="98520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75E6879A-D36A-E873-A87C-225027E9A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894" y="5053403"/>
            <a:ext cx="697863" cy="10467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D89E7B80-523D-1A32-1745-0F724C7E7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50" y="5057400"/>
            <a:ext cx="639624" cy="95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1C20CEAC-A6C0-5C19-AFAC-A5F82B4F69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021" y="5055968"/>
            <a:ext cx="679873" cy="10175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8A6A219-1D92-60CA-44B6-068825F3AB2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341A872-F52F-90D7-8C54-603F752540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4AFF6C-483E-F1D3-3234-94F6BCC1ED00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EDD3B-B7CA-E08E-F834-0CA05208DF95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0F1E2983-5F5F-90B1-3F13-EF1570E2A888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F12AC4-628D-56AF-4DC8-FC180C0515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4721" y="4591372"/>
            <a:ext cx="917453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A5444B4-2E48-736F-21C6-9AE65C8358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3529" y="4595928"/>
            <a:ext cx="883367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8AAEC89-820F-7398-006D-D092A21110A1}"/>
              </a:ext>
            </a:extLst>
          </p:cNvPr>
          <p:cNvGrpSpPr/>
          <p:nvPr/>
        </p:nvGrpSpPr>
        <p:grpSpPr>
          <a:xfrm>
            <a:off x="-137011" y="4706337"/>
            <a:ext cx="1239260" cy="1934197"/>
            <a:chOff x="-109026" y="4683727"/>
            <a:chExt cx="1438428" cy="219551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DFD208A-2842-4C4B-94EC-FBD75534723B}"/>
                </a:ext>
              </a:extLst>
            </p:cNvPr>
            <p:cNvSpPr/>
            <p:nvPr/>
          </p:nvSpPr>
          <p:spPr>
            <a:xfrm>
              <a:off x="-109026" y="4683727"/>
              <a:ext cx="1438428" cy="2195519"/>
            </a:xfrm>
            <a:prstGeom prst="roundRect">
              <a:avLst>
                <a:gd name="adj" fmla="val 38836"/>
              </a:avLst>
            </a:prstGeom>
            <a:solidFill>
              <a:srgbClr val="000000">
                <a:alpha val="89804"/>
              </a:srgbClr>
            </a:solidFill>
            <a:effectLst>
              <a:softEdge rad="177800"/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D28A6B-8606-024B-B07D-4DEA191F7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5446" b="93069" l="6329" r="96203">
                          <a14:foregroundMark x1="12025" y1="5446" x2="25316" y2="10891"/>
                          <a14:foregroundMark x1="67089" y1="5941" x2="71519" y2="8416"/>
                          <a14:foregroundMark x1="69620" y1="74752" x2="88608" y2="62376"/>
                          <a14:foregroundMark x1="89873" y1="75248" x2="96203" y2="66337"/>
                          <a14:foregroundMark x1="56962" y1="85644" x2="36076" y2="88119"/>
                          <a14:foregroundMark x1="15823" y1="89604" x2="36709" y2="93564"/>
                          <a14:foregroundMark x1="56329" y1="92574" x2="60759" y2="87624"/>
                          <a14:foregroundMark x1="6329" y1="80198" x2="6329" y2="7673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10109" y="5082209"/>
              <a:ext cx="976011" cy="1247811"/>
            </a:xfrm>
            <a:prstGeom prst="rect">
              <a:avLst/>
            </a:prstGeom>
            <a:effectLst>
              <a:glow rad="228600">
                <a:schemeClr val="bg1">
                  <a:alpha val="40000"/>
                </a:schemeClr>
              </a:glow>
            </a:effec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79EB159-47B5-F390-5A14-E23136A67FF1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A55B5A-75EC-8E8C-60E9-84B20528FBE1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4B604F6-CB45-6C67-8915-D2A84FC078DA}"/>
                </a:ext>
              </a:extLst>
            </p:cNvPr>
            <p:cNvSpPr txBox="1"/>
            <p:nvPr/>
          </p:nvSpPr>
          <p:spPr>
            <a:xfrm>
              <a:off x="0" y="5781487"/>
              <a:ext cx="771365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Molly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9CE1323-531B-E152-C984-DF26D06F87A0}"/>
                </a:ext>
              </a:extLst>
            </p:cNvPr>
            <p:cNvSpPr txBox="1"/>
            <p:nvPr/>
          </p:nvSpPr>
          <p:spPr>
            <a:xfrm>
              <a:off x="771366" y="5800790"/>
              <a:ext cx="8345042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A small cat with the Zoomies.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A0A2514-49A0-4344-798C-3C9D51B53378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Pet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099FCE1-E0FF-7644-AFB9-4841D499DAF0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Play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DB556FDD-E05E-8C98-49DA-0CA2CBC544AA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E038B500-47B8-199E-2FC3-B7E5D55A23C8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4EE918F-1716-A1A9-1F4F-CCF4B3F2C1B5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Chat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42D3F3B-66FE-0C5C-0C1B-627B5B6826B9}"/>
              </a:ext>
            </a:extLst>
          </p:cNvPr>
          <p:cNvSpPr txBox="1"/>
          <p:nvPr/>
        </p:nvSpPr>
        <p:spPr>
          <a:xfrm>
            <a:off x="2558957" y="711838"/>
            <a:ext cx="1124303" cy="40011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Aptos Mono" panose="020B0009020202020204" pitchFamily="49" charset="0"/>
              </a:rPr>
              <a:t>Activity Window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BD3E0C-2875-56C7-1631-3F327D340AEA}"/>
              </a:ext>
            </a:extLst>
          </p:cNvPr>
          <p:cNvSpPr/>
          <p:nvPr/>
        </p:nvSpPr>
        <p:spPr>
          <a:xfrm>
            <a:off x="3874576" y="938014"/>
            <a:ext cx="4742482" cy="3323977"/>
          </a:xfrm>
          <a:prstGeom prst="rect">
            <a:avLst/>
          </a:prstGeom>
          <a:blipFill dpi="0" rotWithShape="1">
            <a:blip r:embed="rId13">
              <a:alphaModFix amt="77000"/>
            </a:blip>
            <a:srcRect/>
            <a:tile tx="0" ty="0" sx="50000" sy="100000" flip="xy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899D1E2-7E1F-8853-3FF2-E3995B95FF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5446" b="93069" l="6329" r="96203">
                        <a14:foregroundMark x1="12025" y1="5446" x2="25316" y2="10891"/>
                        <a14:foregroundMark x1="67089" y1="5941" x2="71519" y2="8416"/>
                        <a14:foregroundMark x1="69620" y1="74752" x2="88608" y2="62376"/>
                        <a14:foregroundMark x1="89873" y1="75248" x2="96203" y2="66337"/>
                        <a14:foregroundMark x1="56962" y1="85644" x2="36076" y2="88119"/>
                        <a14:foregroundMark x1="15823" y1="89604" x2="36709" y2="93564"/>
                        <a14:foregroundMark x1="56329" y1="92574" x2="60759" y2="87624"/>
                        <a14:foregroundMark x1="6329" y1="80198" x2="6329" y2="7673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66213" y="1520968"/>
            <a:ext cx="681207" cy="890559"/>
          </a:xfrm>
          <a:prstGeom prst="rect">
            <a:avLst/>
          </a:prstGeom>
          <a:effectLst>
            <a:glow rad="228600">
              <a:schemeClr val="bg1">
                <a:alpha val="40000"/>
              </a:schemeClr>
            </a:glo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99628AF-F0F8-41F8-FFC6-E70396ED595B}"/>
              </a:ext>
            </a:extLst>
          </p:cNvPr>
          <p:cNvSpPr txBox="1"/>
          <p:nvPr/>
        </p:nvSpPr>
        <p:spPr>
          <a:xfrm>
            <a:off x="3804721" y="604077"/>
            <a:ext cx="1503448" cy="36933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Aptos ExtraBold" panose="020F0502020204030204" pitchFamily="34" charset="0"/>
              </a:rPr>
              <a:t>Lazor Rush!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9D47F1-E6DE-5C0D-25D0-621FA7D23C2F}"/>
              </a:ext>
            </a:extLst>
          </p:cNvPr>
          <p:cNvSpPr txBox="1"/>
          <p:nvPr/>
        </p:nvSpPr>
        <p:spPr>
          <a:xfrm>
            <a:off x="5155212" y="617646"/>
            <a:ext cx="2837665" cy="276999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+mj-lt"/>
              </a:rPr>
              <a:t>Round 3</a:t>
            </a:r>
            <a:r>
              <a:rPr lang="en-US" sz="1200" dirty="0">
                <a:latin typeface="+mj-lt"/>
              </a:rPr>
              <a:t>: 12s (record: 35s)</a:t>
            </a:r>
            <a:endParaRPr lang="en-US" sz="1200" dirty="0">
              <a:effectLst/>
              <a:latin typeface="+mj-lt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D583909-3F5E-C765-4A35-EE9246EC6903}"/>
              </a:ext>
            </a:extLst>
          </p:cNvPr>
          <p:cNvSpPr/>
          <p:nvPr/>
        </p:nvSpPr>
        <p:spPr>
          <a:xfrm>
            <a:off x="8375839" y="668436"/>
            <a:ext cx="241217" cy="23083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x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E0E2ECB-E95B-65EF-5ED1-685CDBBB0F24}"/>
              </a:ext>
            </a:extLst>
          </p:cNvPr>
          <p:cNvSpPr/>
          <p:nvPr/>
        </p:nvSpPr>
        <p:spPr>
          <a:xfrm>
            <a:off x="5155212" y="2200759"/>
            <a:ext cx="75466" cy="96466"/>
          </a:xfrm>
          <a:prstGeom prst="ellipse">
            <a:avLst/>
          </a:prstGeom>
          <a:solidFill>
            <a:srgbClr val="FF0000"/>
          </a:solidFill>
          <a:ln>
            <a:noFill/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161C1F-AF10-134D-991B-BA7B558B0542}"/>
              </a:ext>
            </a:extLst>
          </p:cNvPr>
          <p:cNvSpPr txBox="1"/>
          <p:nvPr/>
        </p:nvSpPr>
        <p:spPr>
          <a:xfrm>
            <a:off x="3874576" y="947027"/>
            <a:ext cx="2837665" cy="46166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200" dirty="0">
                <a:effectLst/>
                <a:latin typeface="+mj-lt"/>
              </a:rPr>
              <a:t>Move the laser pointer before Molly catches it!</a:t>
            </a:r>
          </a:p>
        </p:txBody>
      </p:sp>
    </p:spTree>
    <p:extLst>
      <p:ext uri="{BB962C8B-B14F-4D97-AF65-F5344CB8AC3E}">
        <p14:creationId xmlns:p14="http://schemas.microsoft.com/office/powerpoint/2010/main" val="232990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FFCE81-5429-9A46-6A74-C117AEF1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801" y="1996316"/>
            <a:ext cx="4130398" cy="286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9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4FA9-62A9-F154-5630-FC8213BF8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8EB90D48-BFC6-88F5-3A6F-27D8CFC6B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448" y="5053404"/>
            <a:ext cx="658278" cy="98520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3FB93A52-A20A-30CF-6420-2AC1EE1E7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894" y="5053403"/>
            <a:ext cx="697863" cy="10467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2281F1B-4759-3DE1-8920-CB33FE598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50" y="5057400"/>
            <a:ext cx="639624" cy="95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9AC7148D-A4F5-8975-BCAF-EFA287B5A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021" y="5055968"/>
            <a:ext cx="679873" cy="10175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FD90019-E71A-C23B-1715-3B3B99B87EF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1D1CD42-8E0B-035E-9A13-B5FF7D5D516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7D74F0-EF8C-5FF6-B7B9-E8F1294D641E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D9483F-3D9C-A9E1-A892-593DBDD088D8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B8CE12B-A67E-9595-F411-21939632C0F8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5DB5283-94B8-5EC2-7EC7-D60F4B59D9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529" y="4595928"/>
            <a:ext cx="883367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507255C-5918-E958-A2A3-3554E56EF707}"/>
              </a:ext>
            </a:extLst>
          </p:cNvPr>
          <p:cNvSpPr/>
          <p:nvPr/>
        </p:nvSpPr>
        <p:spPr>
          <a:xfrm>
            <a:off x="-137011" y="4706337"/>
            <a:ext cx="1239260" cy="1934197"/>
          </a:xfrm>
          <a:prstGeom prst="roundRect">
            <a:avLst>
              <a:gd name="adj" fmla="val 38836"/>
            </a:avLst>
          </a:prstGeom>
          <a:solidFill>
            <a:srgbClr val="000000">
              <a:alpha val="89804"/>
            </a:srgbClr>
          </a:solidFill>
          <a:effectLst>
            <a:softEdge rad="1778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B28005DA-293D-C54E-B560-7D2999F26F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4038023"/>
                  </p:ext>
                </p:extLst>
              </p:nvPr>
            </p:nvGraphicFramePr>
            <p:xfrm>
              <a:off x="86403" y="5115806"/>
              <a:ext cx="728546" cy="665681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728546" cy="665681"/>
                    </a:xfrm>
                    <a:prstGeom prst="rect">
                      <a:avLst/>
                    </a:prstGeom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am3d:spPr>
                  <am3d:camera>
                    <am3d:pos x="0" y="0" z="622802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26152" d="1000000"/>
                    <am3d:preTrans dx="-519" dy="-6150071" dz="1574366"/>
                    <am3d:scale>
                      <am3d:sx n="1000000" d="1000000"/>
                      <am3d:sy n="1000000" d="1000000"/>
                      <am3d:sz n="1000000" d="1000000"/>
                    </am3d:scale>
                    <am3d:rot ax="8625025" ay="1866003" az="9555316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767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B28005DA-293D-C54E-B560-7D2999F26F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403" y="5115806"/>
                <a:ext cx="728546" cy="665681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C49C898A-57F4-04EF-79E9-AAA3EDF925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9265" y="4595930"/>
            <a:ext cx="883367" cy="132363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68128E2-F3CF-2137-628A-3B2F2C11E9E1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3EF8E25-062C-2AD4-A3E3-EFCC8412EDE8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6D58B48-8604-3EE1-19D4-E023353B7CC8}"/>
                </a:ext>
              </a:extLst>
            </p:cNvPr>
            <p:cNvSpPr txBox="1"/>
            <p:nvPr/>
          </p:nvSpPr>
          <p:spPr>
            <a:xfrm>
              <a:off x="0" y="5781487"/>
              <a:ext cx="1194558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Litter Box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F5D0B0-3FE6-1610-5EB7-3CF7E8B1EDAC}"/>
                </a:ext>
              </a:extLst>
            </p:cNvPr>
            <p:cNvSpPr txBox="1"/>
            <p:nvPr/>
          </p:nvSpPr>
          <p:spPr>
            <a:xfrm>
              <a:off x="1147808" y="5800790"/>
              <a:ext cx="7968600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A world of surprises awaits.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12E2863-AC36-5919-A7BF-97858A082B83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Smell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711E8CD0-69E1-A97B-D73D-6187901C656D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Clean up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16C37FA-E0B3-533D-CBFB-2CB054D20114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5CDEA5D-74C9-DE59-C8BE-07DD977109D6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4C61508-CBF0-8960-0E1C-A2ABB3A50FDB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603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6A88-3335-3A38-04FE-9E1FFA45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066AFD24-C3F3-D0D8-A672-9A3D9AB67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448" y="5053404"/>
            <a:ext cx="658278" cy="98520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F32FB43D-8C16-8A14-FDAF-376E0A5DD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894" y="5053403"/>
            <a:ext cx="697863" cy="10467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D4865739-D6ED-3BAD-3E51-C546CC1E1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50" y="5057400"/>
            <a:ext cx="639624" cy="95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0735A46D-F081-3DB0-5033-2F92BA41D9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021" y="5055968"/>
            <a:ext cx="679873" cy="10175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DAAA35-AA2C-49CF-D42F-0F47275080E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0035670-EF2E-FE0D-DE17-80E5A2EB3C3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D3751-F147-C010-5E35-EBBC0CD806A5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F9894F-0612-8F73-F4F2-51C3408A1E85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7481BC2-9885-3217-367D-A4C1468F4560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50A926B-54C6-838B-8D35-E98622B55D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529" y="4595928"/>
            <a:ext cx="883367" cy="1323632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E6BF7E6-A335-F711-3B69-DB7EDB3AC996}"/>
              </a:ext>
            </a:extLst>
          </p:cNvPr>
          <p:cNvSpPr/>
          <p:nvPr/>
        </p:nvSpPr>
        <p:spPr>
          <a:xfrm>
            <a:off x="-137011" y="4706337"/>
            <a:ext cx="1239260" cy="1934197"/>
          </a:xfrm>
          <a:prstGeom prst="roundRect">
            <a:avLst>
              <a:gd name="adj" fmla="val 38836"/>
            </a:avLst>
          </a:prstGeom>
          <a:solidFill>
            <a:srgbClr val="000000">
              <a:alpha val="89804"/>
            </a:srgbClr>
          </a:solidFill>
          <a:effectLst>
            <a:softEdge rad="1778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D3470758-B2AE-0604-9AF4-1C86E223980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403" y="5115806"/>
              <a:ext cx="728546" cy="665681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728546" cy="665681"/>
                    </a:xfrm>
                    <a:prstGeom prst="rect">
                      <a:avLst/>
                    </a:prstGeom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am3d:spPr>
                  <am3d:camera>
                    <am3d:pos x="0" y="0" z="622802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26152" d="1000000"/>
                    <am3d:preTrans dx="-519" dy="-6150071" dz="1574366"/>
                    <am3d:scale>
                      <am3d:sx n="1000000" d="1000000"/>
                      <am3d:sy n="1000000" d="1000000"/>
                      <am3d:sz n="1000000" d="1000000"/>
                    </am3d:scale>
                    <am3d:rot ax="8625025" ay="1866003" az="9555316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767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D3470758-B2AE-0604-9AF4-1C86E22398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403" y="5115806"/>
                <a:ext cx="728546" cy="665681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59412967-2EF0-261A-6AA6-3BE4BCB8292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9265" y="4595930"/>
            <a:ext cx="883367" cy="132363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9D1B3-0190-FE29-04E7-C6E84F89EFDA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458A81-162D-2454-01D2-59AC05341AEE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3CD50AA-1715-FA45-AFF6-23A29BBC54F5}"/>
                </a:ext>
              </a:extLst>
            </p:cNvPr>
            <p:cNvSpPr txBox="1"/>
            <p:nvPr/>
          </p:nvSpPr>
          <p:spPr>
            <a:xfrm>
              <a:off x="0" y="5781487"/>
              <a:ext cx="1689886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Tomato Sauce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9E9149B-B8E6-78D7-7690-B8B4379CE0E3}"/>
                </a:ext>
              </a:extLst>
            </p:cNvPr>
            <p:cNvSpPr txBox="1"/>
            <p:nvPr/>
          </p:nvSpPr>
          <p:spPr>
            <a:xfrm>
              <a:off x="1668374" y="5800790"/>
              <a:ext cx="7448033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Soup in a can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3E1ADA3-D4A3-A47E-4DFB-FDF19087A647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104A07DE-3B73-85D0-63FD-A2AC544ABBEF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EA116DFD-F535-5EF6-23BF-3BAFD594A78F}"/>
                </a:ext>
              </a:extLst>
            </p:cNvPr>
            <p:cNvSpPr/>
            <p:nvPr/>
          </p:nvSpPr>
          <p:spPr>
            <a:xfrm>
              <a:off x="124806" y="615081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Use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D986768F-B581-B7F8-F56B-3EFD7FA04C5E}"/>
              </a:ext>
            </a:extLst>
          </p:cNvPr>
          <p:cNvSpPr/>
          <p:nvPr/>
        </p:nvSpPr>
        <p:spPr>
          <a:xfrm>
            <a:off x="124807" y="1248697"/>
            <a:ext cx="593660" cy="582179"/>
          </a:xfrm>
          <a:prstGeom prst="ellipse">
            <a:avLst/>
          </a:prstGeom>
          <a:noFill/>
          <a:ln w="57150">
            <a:solidFill>
              <a:schemeClr val="accent1">
                <a:lumMod val="60000"/>
                <a:lumOff val="40000"/>
              </a:schemeClr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6465AE-3DF7-9828-14E6-52DE2C3B47BB}"/>
              </a:ext>
            </a:extLst>
          </p:cNvPr>
          <p:cNvCxnSpPr>
            <a:stCxn id="2" idx="5"/>
          </p:cNvCxnSpPr>
          <p:nvPr/>
        </p:nvCxnSpPr>
        <p:spPr>
          <a:xfrm>
            <a:off x="631528" y="1745618"/>
            <a:ext cx="4082001" cy="2899269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0A760CB-5F66-DE5E-F7FE-8440C5302503}"/>
              </a:ext>
            </a:extLst>
          </p:cNvPr>
          <p:cNvSpPr txBox="1"/>
          <p:nvPr/>
        </p:nvSpPr>
        <p:spPr>
          <a:xfrm>
            <a:off x="724121" y="1382912"/>
            <a:ext cx="22065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  <a:latin typeface="+mj-lt"/>
              </a:rPr>
              <a:t>Use Soup Can on Molly</a:t>
            </a:r>
          </a:p>
        </p:txBody>
      </p:sp>
    </p:spTree>
    <p:extLst>
      <p:ext uri="{BB962C8B-B14F-4D97-AF65-F5344CB8AC3E}">
        <p14:creationId xmlns:p14="http://schemas.microsoft.com/office/powerpoint/2010/main" val="3502390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86E69E-0DCC-C40C-AEDD-FBF417456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64" y="354932"/>
            <a:ext cx="8338842" cy="62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10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7D78-FCB6-50A9-5E1E-97457BB4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683C588F-CEC8-7ADB-FD8A-66C21D14B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448" y="5053404"/>
            <a:ext cx="658278" cy="98520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8EAF42B2-4F1E-FE8D-D598-90DD78160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894" y="5053403"/>
            <a:ext cx="697863" cy="10467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FDC32897-9686-7069-A8B6-2A95A9CA41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50" y="5057400"/>
            <a:ext cx="639624" cy="95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65FBEA74-72E8-23A8-1578-415F1545E1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021" y="5055968"/>
            <a:ext cx="679873" cy="10175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C3646E-9F0B-F523-0EFB-FC5E79E28DE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D7075BB-49A6-9518-6B91-E3EC9DB48CF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4628C1-6A11-7B30-70DD-9A7EA0F925AA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8E122C-28C5-C648-2445-C4C05DEB18ED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7290992-8D46-8F8B-41EA-143F17310E38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98D6B9D-F53F-96F1-5AB4-D03AE33A3F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3529" y="4595928"/>
            <a:ext cx="883367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BD06EF-202B-7FEB-B862-517650C2AA58}"/>
              </a:ext>
            </a:extLst>
          </p:cNvPr>
          <p:cNvSpPr/>
          <p:nvPr/>
        </p:nvSpPr>
        <p:spPr>
          <a:xfrm>
            <a:off x="-137011" y="4706337"/>
            <a:ext cx="1239260" cy="1934197"/>
          </a:xfrm>
          <a:prstGeom prst="roundRect">
            <a:avLst>
              <a:gd name="adj" fmla="val 38836"/>
            </a:avLst>
          </a:prstGeom>
          <a:solidFill>
            <a:srgbClr val="000000">
              <a:alpha val="89804"/>
            </a:srgbClr>
          </a:solidFill>
          <a:effectLst>
            <a:softEdge rad="1778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77F751F0-D61E-70A9-186A-81101BE9D30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403" y="5115806"/>
              <a:ext cx="728546" cy="665681"/>
            </p:xfrm>
            <a:graphic>
              <a:graphicData uri="http://schemas.microsoft.com/office/drawing/2017/model3d">
                <am3d:model3d r:embed="rId10">
                  <am3d:spPr>
                    <a:xfrm>
                      <a:off x="0" y="0"/>
                      <a:ext cx="728546" cy="665681"/>
                    </a:xfrm>
                    <a:prstGeom prst="rect">
                      <a:avLst/>
                    </a:prstGeom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am3d:spPr>
                  <am3d:camera>
                    <am3d:pos x="0" y="0" z="622802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26152" d="1000000"/>
                    <am3d:preTrans dx="-519" dy="-6150071" dz="1574366"/>
                    <am3d:scale>
                      <am3d:sx n="1000000" d="1000000"/>
                      <am3d:sy n="1000000" d="1000000"/>
                      <am3d:sz n="1000000" d="1000000"/>
                    </am3d:scale>
                    <am3d:rot ax="8625025" ay="1866003" az="9555316"/>
                    <am3d:postTrans dx="0" dy="0" dz="0"/>
                  </am3d:trans>
                  <am3d:raster rName="Office3DRenderer" rVer="16.0.8326">
                    <am3d:blip r:embed="rId11"/>
                  </am3d:raster>
                  <am3d:objViewport viewportSz="767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77F751F0-D61E-70A9-186A-81101BE9D3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403" y="5115806"/>
                <a:ext cx="728546" cy="665681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</p:pic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C6ACF62A-94FF-24BE-B273-7805CAB8FE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09265" y="4595930"/>
            <a:ext cx="883367" cy="132363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780D7C5-0DE5-98E9-E0C2-134ABC8FD2C4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AD63F2-7A5E-F44A-2AE8-09C05E160F09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5AC36E6-ECCE-163F-D365-BF7EF362BD74}"/>
                </a:ext>
              </a:extLst>
            </p:cNvPr>
            <p:cNvSpPr txBox="1"/>
            <p:nvPr/>
          </p:nvSpPr>
          <p:spPr>
            <a:xfrm>
              <a:off x="0" y="5781487"/>
              <a:ext cx="1194558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Litter Box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278FEB1-2D15-EF14-B27B-FD2FD53DAA87}"/>
                </a:ext>
              </a:extLst>
            </p:cNvPr>
            <p:cNvSpPr txBox="1"/>
            <p:nvPr/>
          </p:nvSpPr>
          <p:spPr>
            <a:xfrm>
              <a:off x="1147808" y="5800790"/>
              <a:ext cx="7968600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A world of surprises awaits.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4D577AA-5FEE-162E-5CF1-3FC55EFF46AB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Smell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9442957-E6F3-B176-2F69-11D1C70FDC68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Clean up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8FC4C189-007B-E052-9FFA-054A68088E3A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90AB815F-9A2A-83B0-E8C5-583FFF0673BB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1016FDA-8A53-B339-10F8-AE130FE970E4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sp>
        <p:nvSpPr>
          <p:cNvPr id="7" name="Scroll: Horizontal 6">
            <a:extLst>
              <a:ext uri="{FF2B5EF4-FFF2-40B4-BE49-F238E27FC236}">
                <a16:creationId xmlns:a16="http://schemas.microsoft.com/office/drawing/2014/main" id="{008DB091-65DD-23DE-02EF-B9CD7EBAE945}"/>
              </a:ext>
            </a:extLst>
          </p:cNvPr>
          <p:cNvSpPr/>
          <p:nvPr/>
        </p:nvSpPr>
        <p:spPr>
          <a:xfrm>
            <a:off x="2282687" y="420052"/>
            <a:ext cx="4578626" cy="947116"/>
          </a:xfrm>
          <a:custGeom>
            <a:avLst/>
            <a:gdLst>
              <a:gd name="csX0" fmla="*/ 0 w 4578626"/>
              <a:gd name="csY0" fmla="*/ 355169 h 947116"/>
              <a:gd name="csX1" fmla="*/ 118390 w 4578626"/>
              <a:gd name="csY1" fmla="*/ 236779 h 947116"/>
              <a:gd name="csX2" fmla="*/ 519618 w 4578626"/>
              <a:gd name="csY2" fmla="*/ 236779 h 947116"/>
              <a:gd name="csX3" fmla="*/ 1047551 w 4578626"/>
              <a:gd name="csY3" fmla="*/ 236779 h 947116"/>
              <a:gd name="csX4" fmla="*/ 1491014 w 4578626"/>
              <a:gd name="csY4" fmla="*/ 236779 h 947116"/>
              <a:gd name="csX5" fmla="*/ 2103415 w 4578626"/>
              <a:gd name="csY5" fmla="*/ 236779 h 947116"/>
              <a:gd name="csX6" fmla="*/ 2504643 w 4578626"/>
              <a:gd name="csY6" fmla="*/ 236779 h 947116"/>
              <a:gd name="csX7" fmla="*/ 2905872 w 4578626"/>
              <a:gd name="csY7" fmla="*/ 236779 h 947116"/>
              <a:gd name="csX8" fmla="*/ 3391569 w 4578626"/>
              <a:gd name="csY8" fmla="*/ 236779 h 947116"/>
              <a:gd name="csX9" fmla="*/ 4341847 w 4578626"/>
              <a:gd name="csY9" fmla="*/ 236779 h 947116"/>
              <a:gd name="csX10" fmla="*/ 4341847 w 4578626"/>
              <a:gd name="csY10" fmla="*/ 118390 h 947116"/>
              <a:gd name="csX11" fmla="*/ 4460237 w 4578626"/>
              <a:gd name="csY11" fmla="*/ 0 h 947116"/>
              <a:gd name="csX12" fmla="*/ 4578627 w 4578626"/>
              <a:gd name="csY12" fmla="*/ 118390 h 947116"/>
              <a:gd name="csX13" fmla="*/ 4578626 w 4578626"/>
              <a:gd name="csY13" fmla="*/ 591948 h 947116"/>
              <a:gd name="csX14" fmla="*/ 4460236 w 4578626"/>
              <a:gd name="csY14" fmla="*/ 710338 h 947116"/>
              <a:gd name="csX15" fmla="*/ 3932304 w 4578626"/>
              <a:gd name="csY15" fmla="*/ 710338 h 947116"/>
              <a:gd name="csX16" fmla="*/ 3446606 w 4578626"/>
              <a:gd name="csY16" fmla="*/ 710338 h 947116"/>
              <a:gd name="csX17" fmla="*/ 2834205 w 4578626"/>
              <a:gd name="csY17" fmla="*/ 710338 h 947116"/>
              <a:gd name="csX18" fmla="*/ 2306273 w 4578626"/>
              <a:gd name="csY18" fmla="*/ 710337 h 947116"/>
              <a:gd name="csX19" fmla="*/ 1862810 w 4578626"/>
              <a:gd name="csY19" fmla="*/ 710337 h 947116"/>
              <a:gd name="csX20" fmla="*/ 1419347 w 4578626"/>
              <a:gd name="csY20" fmla="*/ 710337 h 947116"/>
              <a:gd name="csX21" fmla="*/ 1018119 w 4578626"/>
              <a:gd name="csY21" fmla="*/ 710337 h 947116"/>
              <a:gd name="csX22" fmla="*/ 236779 w 4578626"/>
              <a:gd name="csY22" fmla="*/ 710337 h 947116"/>
              <a:gd name="csX23" fmla="*/ 236779 w 4578626"/>
              <a:gd name="csY23" fmla="*/ 828727 h 947116"/>
              <a:gd name="csX24" fmla="*/ 118389 w 4578626"/>
              <a:gd name="csY24" fmla="*/ 947117 h 947116"/>
              <a:gd name="csX25" fmla="*/ -1 w 4578626"/>
              <a:gd name="csY25" fmla="*/ 828727 h 947116"/>
              <a:gd name="csX26" fmla="*/ 0 w 4578626"/>
              <a:gd name="csY26" fmla="*/ 355169 h 947116"/>
              <a:gd name="csX27" fmla="*/ 4341847 w 4578626"/>
              <a:gd name="csY27" fmla="*/ 236779 h 947116"/>
              <a:gd name="csX28" fmla="*/ 4460237 w 4578626"/>
              <a:gd name="csY28" fmla="*/ 236779 h 947116"/>
              <a:gd name="csX29" fmla="*/ 4578627 w 4578626"/>
              <a:gd name="csY29" fmla="*/ 118389 h 947116"/>
              <a:gd name="csX30" fmla="*/ 4460237 w 4578626"/>
              <a:gd name="csY30" fmla="*/ 236779 h 947116"/>
              <a:gd name="csX31" fmla="*/ 4460237 w 4578626"/>
              <a:gd name="csY31" fmla="*/ 118390 h 947116"/>
              <a:gd name="csX32" fmla="*/ 4401042 w 4578626"/>
              <a:gd name="csY32" fmla="*/ 177585 h 947116"/>
              <a:gd name="csX33" fmla="*/ 4341847 w 4578626"/>
              <a:gd name="csY33" fmla="*/ 118390 h 947116"/>
              <a:gd name="csX34" fmla="*/ 118390 w 4578626"/>
              <a:gd name="csY34" fmla="*/ 473558 h 947116"/>
              <a:gd name="csX35" fmla="*/ 118390 w 4578626"/>
              <a:gd name="csY35" fmla="*/ 355169 h 947116"/>
              <a:gd name="csX36" fmla="*/ 177585 w 4578626"/>
              <a:gd name="csY36" fmla="*/ 295974 h 947116"/>
              <a:gd name="csX37" fmla="*/ 236780 w 4578626"/>
              <a:gd name="csY37" fmla="*/ 355169 h 947116"/>
              <a:gd name="csX38" fmla="*/ 118390 w 4578626"/>
              <a:gd name="csY38" fmla="*/ 473559 h 947116"/>
              <a:gd name="csX39" fmla="*/ 0 w 4578626"/>
              <a:gd name="csY39" fmla="*/ 355169 h 947116"/>
              <a:gd name="csX40" fmla="*/ 236779 w 4578626"/>
              <a:gd name="csY40" fmla="*/ 355169 h 947116"/>
              <a:gd name="csX41" fmla="*/ 236779 w 4578626"/>
              <a:gd name="csY41" fmla="*/ 710337 h 9471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578626" h="947116" stroke="0" extrusionOk="0">
                <a:moveTo>
                  <a:pt x="4578626" y="118390"/>
                </a:moveTo>
                <a:cubicBezTo>
                  <a:pt x="4573079" y="180354"/>
                  <a:pt x="4515992" y="240394"/>
                  <a:pt x="4460236" y="236780"/>
                </a:cubicBezTo>
                <a:cubicBezTo>
                  <a:pt x="4466345" y="198603"/>
                  <a:pt x="4458604" y="157905"/>
                  <a:pt x="4460237" y="118390"/>
                </a:cubicBezTo>
                <a:cubicBezTo>
                  <a:pt x="4459158" y="152135"/>
                  <a:pt x="4432155" y="186311"/>
                  <a:pt x="4401042" y="177585"/>
                </a:cubicBezTo>
                <a:cubicBezTo>
                  <a:pt x="4360533" y="173308"/>
                  <a:pt x="4346317" y="153218"/>
                  <a:pt x="4341847" y="118390"/>
                </a:cubicBezTo>
                <a:cubicBezTo>
                  <a:pt x="4354326" y="153547"/>
                  <a:pt x="4338119" y="186353"/>
                  <a:pt x="4341847" y="236779"/>
                </a:cubicBezTo>
                <a:cubicBezTo>
                  <a:pt x="4108236" y="269083"/>
                  <a:pt x="3928573" y="217025"/>
                  <a:pt x="3729446" y="236779"/>
                </a:cubicBezTo>
                <a:cubicBezTo>
                  <a:pt x="3530319" y="256533"/>
                  <a:pt x="3324356" y="207319"/>
                  <a:pt x="3117044" y="236779"/>
                </a:cubicBezTo>
                <a:cubicBezTo>
                  <a:pt x="2909732" y="266239"/>
                  <a:pt x="2716154" y="208766"/>
                  <a:pt x="2589112" y="236779"/>
                </a:cubicBezTo>
                <a:cubicBezTo>
                  <a:pt x="2462070" y="264792"/>
                  <a:pt x="2155161" y="230366"/>
                  <a:pt x="1976711" y="236779"/>
                </a:cubicBezTo>
                <a:cubicBezTo>
                  <a:pt x="1798261" y="243192"/>
                  <a:pt x="1632945" y="216907"/>
                  <a:pt x="1491014" y="236779"/>
                </a:cubicBezTo>
                <a:cubicBezTo>
                  <a:pt x="1349083" y="256651"/>
                  <a:pt x="1191725" y="188519"/>
                  <a:pt x="1005316" y="236779"/>
                </a:cubicBezTo>
                <a:cubicBezTo>
                  <a:pt x="818907" y="285039"/>
                  <a:pt x="538222" y="188232"/>
                  <a:pt x="118390" y="236779"/>
                </a:cubicBezTo>
                <a:cubicBezTo>
                  <a:pt x="62493" y="228471"/>
                  <a:pt x="2910" y="276094"/>
                  <a:pt x="0" y="355169"/>
                </a:cubicBezTo>
                <a:cubicBezTo>
                  <a:pt x="10920" y="571608"/>
                  <a:pt x="-52849" y="604007"/>
                  <a:pt x="0" y="828727"/>
                </a:cubicBezTo>
                <a:cubicBezTo>
                  <a:pt x="-6006" y="885134"/>
                  <a:pt x="49286" y="961118"/>
                  <a:pt x="118390" y="947117"/>
                </a:cubicBezTo>
                <a:cubicBezTo>
                  <a:pt x="180028" y="935844"/>
                  <a:pt x="253376" y="890740"/>
                  <a:pt x="236780" y="828727"/>
                </a:cubicBezTo>
                <a:cubicBezTo>
                  <a:pt x="248197" y="791119"/>
                  <a:pt x="235244" y="749863"/>
                  <a:pt x="236779" y="710337"/>
                </a:cubicBezTo>
                <a:cubicBezTo>
                  <a:pt x="369585" y="670047"/>
                  <a:pt x="494397" y="724525"/>
                  <a:pt x="680242" y="710337"/>
                </a:cubicBezTo>
                <a:cubicBezTo>
                  <a:pt x="866087" y="696149"/>
                  <a:pt x="955270" y="742434"/>
                  <a:pt x="1165940" y="710337"/>
                </a:cubicBezTo>
                <a:cubicBezTo>
                  <a:pt x="1376610" y="678240"/>
                  <a:pt x="1488408" y="753742"/>
                  <a:pt x="1609403" y="710337"/>
                </a:cubicBezTo>
                <a:cubicBezTo>
                  <a:pt x="1730398" y="666932"/>
                  <a:pt x="2063545" y="718784"/>
                  <a:pt x="2179570" y="710337"/>
                </a:cubicBezTo>
                <a:cubicBezTo>
                  <a:pt x="2295595" y="701890"/>
                  <a:pt x="2565694" y="725438"/>
                  <a:pt x="2707502" y="710337"/>
                </a:cubicBezTo>
                <a:cubicBezTo>
                  <a:pt x="2849310" y="695236"/>
                  <a:pt x="3085647" y="721938"/>
                  <a:pt x="3235434" y="710337"/>
                </a:cubicBezTo>
                <a:cubicBezTo>
                  <a:pt x="3385221" y="698736"/>
                  <a:pt x="3699827" y="748531"/>
                  <a:pt x="3847836" y="710337"/>
                </a:cubicBezTo>
                <a:cubicBezTo>
                  <a:pt x="3995845" y="672143"/>
                  <a:pt x="4210218" y="739523"/>
                  <a:pt x="4460237" y="710337"/>
                </a:cubicBezTo>
                <a:cubicBezTo>
                  <a:pt x="4539523" y="706250"/>
                  <a:pt x="4597496" y="653193"/>
                  <a:pt x="4578627" y="591947"/>
                </a:cubicBezTo>
                <a:cubicBezTo>
                  <a:pt x="4594192" y="446918"/>
                  <a:pt x="4542031" y="263708"/>
                  <a:pt x="4578626" y="118390"/>
                </a:cubicBezTo>
                <a:close/>
                <a:moveTo>
                  <a:pt x="118390" y="473558"/>
                </a:moveTo>
                <a:cubicBezTo>
                  <a:pt x="174889" y="482553"/>
                  <a:pt x="232426" y="429870"/>
                  <a:pt x="236780" y="355168"/>
                </a:cubicBezTo>
                <a:cubicBezTo>
                  <a:pt x="238059" y="320948"/>
                  <a:pt x="210891" y="296542"/>
                  <a:pt x="177585" y="295973"/>
                </a:cubicBezTo>
                <a:cubicBezTo>
                  <a:pt x="150827" y="292425"/>
                  <a:pt x="117653" y="329023"/>
                  <a:pt x="118390" y="355168"/>
                </a:cubicBezTo>
                <a:cubicBezTo>
                  <a:pt x="122955" y="394425"/>
                  <a:pt x="113757" y="448615"/>
                  <a:pt x="118390" y="473558"/>
                </a:cubicBezTo>
                <a:close/>
              </a:path>
              <a:path w="4578626" h="947116" fill="darkenLess" stroke="0" extrusionOk="0">
                <a:moveTo>
                  <a:pt x="118390" y="473558"/>
                </a:moveTo>
                <a:cubicBezTo>
                  <a:pt x="197261" y="477426"/>
                  <a:pt x="234043" y="411629"/>
                  <a:pt x="236780" y="355168"/>
                </a:cubicBezTo>
                <a:cubicBezTo>
                  <a:pt x="241078" y="322613"/>
                  <a:pt x="212342" y="298113"/>
                  <a:pt x="177585" y="295973"/>
                </a:cubicBezTo>
                <a:cubicBezTo>
                  <a:pt x="146257" y="297279"/>
                  <a:pt x="119407" y="324962"/>
                  <a:pt x="118390" y="355168"/>
                </a:cubicBezTo>
                <a:cubicBezTo>
                  <a:pt x="120832" y="393323"/>
                  <a:pt x="110861" y="415897"/>
                  <a:pt x="118390" y="473558"/>
                </a:cubicBezTo>
                <a:close/>
                <a:moveTo>
                  <a:pt x="4460237" y="236779"/>
                </a:moveTo>
                <a:cubicBezTo>
                  <a:pt x="4522748" y="252313"/>
                  <a:pt x="4583220" y="195580"/>
                  <a:pt x="4578627" y="118389"/>
                </a:cubicBezTo>
                <a:cubicBezTo>
                  <a:pt x="4590183" y="58380"/>
                  <a:pt x="4527226" y="1567"/>
                  <a:pt x="4460237" y="-1"/>
                </a:cubicBezTo>
                <a:cubicBezTo>
                  <a:pt x="4397399" y="8941"/>
                  <a:pt x="4352144" y="57339"/>
                  <a:pt x="4341847" y="118389"/>
                </a:cubicBezTo>
                <a:cubicBezTo>
                  <a:pt x="4339839" y="151452"/>
                  <a:pt x="4366385" y="184782"/>
                  <a:pt x="4401042" y="177584"/>
                </a:cubicBezTo>
                <a:cubicBezTo>
                  <a:pt x="4434275" y="176673"/>
                  <a:pt x="4455742" y="157360"/>
                  <a:pt x="4460237" y="118389"/>
                </a:cubicBezTo>
                <a:cubicBezTo>
                  <a:pt x="4461039" y="175151"/>
                  <a:pt x="4457197" y="197559"/>
                  <a:pt x="4460237" y="236779"/>
                </a:cubicBezTo>
                <a:close/>
              </a:path>
              <a:path w="4578626" h="947116" fill="none" extrusionOk="0">
                <a:moveTo>
                  <a:pt x="0" y="355169"/>
                </a:moveTo>
                <a:cubicBezTo>
                  <a:pt x="1131" y="293613"/>
                  <a:pt x="62472" y="236432"/>
                  <a:pt x="118390" y="236779"/>
                </a:cubicBezTo>
                <a:cubicBezTo>
                  <a:pt x="217282" y="216867"/>
                  <a:pt x="328954" y="279016"/>
                  <a:pt x="519618" y="236779"/>
                </a:cubicBezTo>
                <a:cubicBezTo>
                  <a:pt x="710282" y="194542"/>
                  <a:pt x="871896" y="284606"/>
                  <a:pt x="1047551" y="236779"/>
                </a:cubicBezTo>
                <a:cubicBezTo>
                  <a:pt x="1223206" y="188952"/>
                  <a:pt x="1334230" y="252818"/>
                  <a:pt x="1491014" y="236779"/>
                </a:cubicBezTo>
                <a:cubicBezTo>
                  <a:pt x="1647798" y="220740"/>
                  <a:pt x="1877304" y="281929"/>
                  <a:pt x="2103415" y="236779"/>
                </a:cubicBezTo>
                <a:cubicBezTo>
                  <a:pt x="2329526" y="191629"/>
                  <a:pt x="2396166" y="253181"/>
                  <a:pt x="2504643" y="236779"/>
                </a:cubicBezTo>
                <a:cubicBezTo>
                  <a:pt x="2613120" y="220377"/>
                  <a:pt x="2760058" y="267346"/>
                  <a:pt x="2905872" y="236779"/>
                </a:cubicBezTo>
                <a:cubicBezTo>
                  <a:pt x="3051686" y="206212"/>
                  <a:pt x="3258824" y="286335"/>
                  <a:pt x="3391569" y="236779"/>
                </a:cubicBezTo>
                <a:cubicBezTo>
                  <a:pt x="3524314" y="187223"/>
                  <a:pt x="4146438" y="255499"/>
                  <a:pt x="4341847" y="236779"/>
                </a:cubicBezTo>
                <a:cubicBezTo>
                  <a:pt x="4336329" y="210951"/>
                  <a:pt x="4342926" y="145414"/>
                  <a:pt x="4341847" y="118390"/>
                </a:cubicBezTo>
                <a:cubicBezTo>
                  <a:pt x="4339317" y="52404"/>
                  <a:pt x="4384700" y="5739"/>
                  <a:pt x="4460237" y="0"/>
                </a:cubicBezTo>
                <a:cubicBezTo>
                  <a:pt x="4527709" y="-7038"/>
                  <a:pt x="4570036" y="47949"/>
                  <a:pt x="4578627" y="118390"/>
                </a:cubicBezTo>
                <a:cubicBezTo>
                  <a:pt x="4580351" y="283757"/>
                  <a:pt x="4580645" y="439653"/>
                  <a:pt x="4578626" y="591948"/>
                </a:cubicBezTo>
                <a:cubicBezTo>
                  <a:pt x="4585069" y="654157"/>
                  <a:pt x="4524089" y="727285"/>
                  <a:pt x="4460236" y="710338"/>
                </a:cubicBezTo>
                <a:cubicBezTo>
                  <a:pt x="4205518" y="735474"/>
                  <a:pt x="4105029" y="693469"/>
                  <a:pt x="3932304" y="710338"/>
                </a:cubicBezTo>
                <a:cubicBezTo>
                  <a:pt x="3759579" y="727207"/>
                  <a:pt x="3636341" y="653571"/>
                  <a:pt x="3446606" y="710338"/>
                </a:cubicBezTo>
                <a:cubicBezTo>
                  <a:pt x="3256871" y="767105"/>
                  <a:pt x="3013345" y="643665"/>
                  <a:pt x="2834205" y="710338"/>
                </a:cubicBezTo>
                <a:cubicBezTo>
                  <a:pt x="2655064" y="777011"/>
                  <a:pt x="2435216" y="677492"/>
                  <a:pt x="2306273" y="710337"/>
                </a:cubicBezTo>
                <a:cubicBezTo>
                  <a:pt x="2177330" y="743182"/>
                  <a:pt x="2003658" y="671072"/>
                  <a:pt x="1862810" y="710337"/>
                </a:cubicBezTo>
                <a:cubicBezTo>
                  <a:pt x="1721962" y="749602"/>
                  <a:pt x="1566694" y="687833"/>
                  <a:pt x="1419347" y="710337"/>
                </a:cubicBezTo>
                <a:cubicBezTo>
                  <a:pt x="1272000" y="732841"/>
                  <a:pt x="1174698" y="689695"/>
                  <a:pt x="1018119" y="710337"/>
                </a:cubicBezTo>
                <a:cubicBezTo>
                  <a:pt x="861540" y="730979"/>
                  <a:pt x="462941" y="620358"/>
                  <a:pt x="236779" y="710337"/>
                </a:cubicBezTo>
                <a:cubicBezTo>
                  <a:pt x="240391" y="735491"/>
                  <a:pt x="227174" y="792649"/>
                  <a:pt x="236779" y="828727"/>
                </a:cubicBezTo>
                <a:cubicBezTo>
                  <a:pt x="241142" y="907821"/>
                  <a:pt x="185192" y="952723"/>
                  <a:pt x="118389" y="947117"/>
                </a:cubicBezTo>
                <a:cubicBezTo>
                  <a:pt x="42111" y="939902"/>
                  <a:pt x="-5556" y="890513"/>
                  <a:pt x="-1" y="828727"/>
                </a:cubicBezTo>
                <a:cubicBezTo>
                  <a:pt x="-8849" y="646761"/>
                  <a:pt x="-2406" y="506914"/>
                  <a:pt x="0" y="355169"/>
                </a:cubicBezTo>
                <a:close/>
                <a:moveTo>
                  <a:pt x="4341847" y="236779"/>
                </a:moveTo>
                <a:cubicBezTo>
                  <a:pt x="4399600" y="231039"/>
                  <a:pt x="4416901" y="237830"/>
                  <a:pt x="4460237" y="236779"/>
                </a:cubicBezTo>
                <a:cubicBezTo>
                  <a:pt x="4521337" y="240954"/>
                  <a:pt x="4577493" y="197643"/>
                  <a:pt x="4578627" y="118389"/>
                </a:cubicBezTo>
                <a:moveTo>
                  <a:pt x="4460237" y="236779"/>
                </a:moveTo>
                <a:cubicBezTo>
                  <a:pt x="4453378" y="201477"/>
                  <a:pt x="4464103" y="167343"/>
                  <a:pt x="4460237" y="118390"/>
                </a:cubicBezTo>
                <a:cubicBezTo>
                  <a:pt x="4459558" y="150634"/>
                  <a:pt x="4433960" y="175770"/>
                  <a:pt x="4401042" y="177585"/>
                </a:cubicBezTo>
                <a:cubicBezTo>
                  <a:pt x="4364987" y="169598"/>
                  <a:pt x="4338727" y="152452"/>
                  <a:pt x="4341847" y="118390"/>
                </a:cubicBezTo>
                <a:moveTo>
                  <a:pt x="118390" y="473558"/>
                </a:moveTo>
                <a:cubicBezTo>
                  <a:pt x="117869" y="434778"/>
                  <a:pt x="129291" y="384484"/>
                  <a:pt x="118390" y="355169"/>
                </a:cubicBezTo>
                <a:cubicBezTo>
                  <a:pt x="124379" y="323717"/>
                  <a:pt x="136076" y="296277"/>
                  <a:pt x="177585" y="295974"/>
                </a:cubicBezTo>
                <a:cubicBezTo>
                  <a:pt x="204481" y="292103"/>
                  <a:pt x="239521" y="321387"/>
                  <a:pt x="236780" y="355169"/>
                </a:cubicBezTo>
                <a:cubicBezTo>
                  <a:pt x="236587" y="411825"/>
                  <a:pt x="196438" y="477789"/>
                  <a:pt x="118390" y="473559"/>
                </a:cubicBezTo>
                <a:cubicBezTo>
                  <a:pt x="62374" y="472096"/>
                  <a:pt x="-1415" y="426995"/>
                  <a:pt x="0" y="355169"/>
                </a:cubicBezTo>
                <a:moveTo>
                  <a:pt x="236779" y="355169"/>
                </a:moveTo>
                <a:cubicBezTo>
                  <a:pt x="254479" y="434577"/>
                  <a:pt x="195587" y="539449"/>
                  <a:pt x="236779" y="710337"/>
                </a:cubicBezTo>
              </a:path>
              <a:path w="4578626" h="947116" fill="none" stroke="0" extrusionOk="0">
                <a:moveTo>
                  <a:pt x="0" y="355169"/>
                </a:moveTo>
                <a:cubicBezTo>
                  <a:pt x="5886" y="272385"/>
                  <a:pt x="40418" y="237762"/>
                  <a:pt x="118390" y="236779"/>
                </a:cubicBezTo>
                <a:cubicBezTo>
                  <a:pt x="269881" y="219404"/>
                  <a:pt x="539332" y="298030"/>
                  <a:pt x="730791" y="236779"/>
                </a:cubicBezTo>
                <a:cubicBezTo>
                  <a:pt x="922250" y="175528"/>
                  <a:pt x="1182280" y="239529"/>
                  <a:pt x="1300958" y="236779"/>
                </a:cubicBezTo>
                <a:cubicBezTo>
                  <a:pt x="1419636" y="234029"/>
                  <a:pt x="1641963" y="295857"/>
                  <a:pt x="1871125" y="236779"/>
                </a:cubicBezTo>
                <a:cubicBezTo>
                  <a:pt x="2100287" y="177701"/>
                  <a:pt x="2278534" y="274518"/>
                  <a:pt x="2441291" y="236779"/>
                </a:cubicBezTo>
                <a:cubicBezTo>
                  <a:pt x="2604048" y="199040"/>
                  <a:pt x="2793413" y="245439"/>
                  <a:pt x="2884754" y="236779"/>
                </a:cubicBezTo>
                <a:cubicBezTo>
                  <a:pt x="2976095" y="228119"/>
                  <a:pt x="3346189" y="305471"/>
                  <a:pt x="3497156" y="236779"/>
                </a:cubicBezTo>
                <a:cubicBezTo>
                  <a:pt x="3648123" y="168087"/>
                  <a:pt x="4120506" y="305683"/>
                  <a:pt x="4341847" y="236779"/>
                </a:cubicBezTo>
                <a:cubicBezTo>
                  <a:pt x="4339487" y="208724"/>
                  <a:pt x="4350477" y="154825"/>
                  <a:pt x="4341847" y="118390"/>
                </a:cubicBezTo>
                <a:cubicBezTo>
                  <a:pt x="4346619" y="53438"/>
                  <a:pt x="4378748" y="-1539"/>
                  <a:pt x="4460237" y="0"/>
                </a:cubicBezTo>
                <a:cubicBezTo>
                  <a:pt x="4518726" y="3021"/>
                  <a:pt x="4575877" y="49802"/>
                  <a:pt x="4578627" y="118390"/>
                </a:cubicBezTo>
                <a:cubicBezTo>
                  <a:pt x="4579092" y="270354"/>
                  <a:pt x="4553925" y="469970"/>
                  <a:pt x="4578626" y="591948"/>
                </a:cubicBezTo>
                <a:cubicBezTo>
                  <a:pt x="4576391" y="662914"/>
                  <a:pt x="4515146" y="712855"/>
                  <a:pt x="4460236" y="710338"/>
                </a:cubicBezTo>
                <a:cubicBezTo>
                  <a:pt x="4319454" y="714021"/>
                  <a:pt x="4171042" y="708609"/>
                  <a:pt x="3932304" y="710338"/>
                </a:cubicBezTo>
                <a:cubicBezTo>
                  <a:pt x="3693566" y="712067"/>
                  <a:pt x="3715134" y="684619"/>
                  <a:pt x="3531075" y="710338"/>
                </a:cubicBezTo>
                <a:cubicBezTo>
                  <a:pt x="3347016" y="736057"/>
                  <a:pt x="3146398" y="653818"/>
                  <a:pt x="3045378" y="710338"/>
                </a:cubicBezTo>
                <a:cubicBezTo>
                  <a:pt x="2944358" y="766858"/>
                  <a:pt x="2646675" y="653931"/>
                  <a:pt x="2475211" y="710338"/>
                </a:cubicBezTo>
                <a:cubicBezTo>
                  <a:pt x="2303746" y="766745"/>
                  <a:pt x="1994223" y="653338"/>
                  <a:pt x="1862810" y="710337"/>
                </a:cubicBezTo>
                <a:cubicBezTo>
                  <a:pt x="1731397" y="767336"/>
                  <a:pt x="1572832" y="673845"/>
                  <a:pt x="1461582" y="710337"/>
                </a:cubicBezTo>
                <a:cubicBezTo>
                  <a:pt x="1350332" y="746829"/>
                  <a:pt x="1179051" y="698805"/>
                  <a:pt x="1060353" y="710337"/>
                </a:cubicBezTo>
                <a:cubicBezTo>
                  <a:pt x="941655" y="721869"/>
                  <a:pt x="498787" y="697515"/>
                  <a:pt x="236779" y="710337"/>
                </a:cubicBezTo>
                <a:cubicBezTo>
                  <a:pt x="245692" y="761530"/>
                  <a:pt x="225009" y="801255"/>
                  <a:pt x="236779" y="828727"/>
                </a:cubicBezTo>
                <a:cubicBezTo>
                  <a:pt x="237298" y="887981"/>
                  <a:pt x="187803" y="936800"/>
                  <a:pt x="118389" y="947117"/>
                </a:cubicBezTo>
                <a:cubicBezTo>
                  <a:pt x="40320" y="940809"/>
                  <a:pt x="-10697" y="886843"/>
                  <a:pt x="-1" y="828727"/>
                </a:cubicBezTo>
                <a:cubicBezTo>
                  <a:pt x="22664" y="672714"/>
                  <a:pt x="-18424" y="518941"/>
                  <a:pt x="0" y="355169"/>
                </a:cubicBezTo>
                <a:close/>
                <a:moveTo>
                  <a:pt x="4341847" y="236779"/>
                </a:moveTo>
                <a:cubicBezTo>
                  <a:pt x="4391781" y="232382"/>
                  <a:pt x="4413564" y="237312"/>
                  <a:pt x="4460237" y="236779"/>
                </a:cubicBezTo>
                <a:cubicBezTo>
                  <a:pt x="4535748" y="229433"/>
                  <a:pt x="4585408" y="197395"/>
                  <a:pt x="4578627" y="118389"/>
                </a:cubicBezTo>
                <a:moveTo>
                  <a:pt x="4460237" y="236779"/>
                </a:moveTo>
                <a:cubicBezTo>
                  <a:pt x="4455634" y="206401"/>
                  <a:pt x="4474414" y="148879"/>
                  <a:pt x="4460237" y="118390"/>
                </a:cubicBezTo>
                <a:cubicBezTo>
                  <a:pt x="4462774" y="160400"/>
                  <a:pt x="4427297" y="175116"/>
                  <a:pt x="4401042" y="177585"/>
                </a:cubicBezTo>
                <a:cubicBezTo>
                  <a:pt x="4369194" y="177875"/>
                  <a:pt x="4338162" y="154231"/>
                  <a:pt x="4341847" y="118390"/>
                </a:cubicBezTo>
                <a:moveTo>
                  <a:pt x="118390" y="473558"/>
                </a:moveTo>
                <a:cubicBezTo>
                  <a:pt x="104567" y="423433"/>
                  <a:pt x="131917" y="397401"/>
                  <a:pt x="118390" y="355169"/>
                </a:cubicBezTo>
                <a:cubicBezTo>
                  <a:pt x="111441" y="320813"/>
                  <a:pt x="144656" y="289508"/>
                  <a:pt x="177585" y="295974"/>
                </a:cubicBezTo>
                <a:cubicBezTo>
                  <a:pt x="203468" y="290069"/>
                  <a:pt x="233462" y="326384"/>
                  <a:pt x="236780" y="355169"/>
                </a:cubicBezTo>
                <a:cubicBezTo>
                  <a:pt x="245470" y="425764"/>
                  <a:pt x="193117" y="472213"/>
                  <a:pt x="118390" y="473559"/>
                </a:cubicBezTo>
                <a:cubicBezTo>
                  <a:pt x="59313" y="476295"/>
                  <a:pt x="9787" y="426873"/>
                  <a:pt x="0" y="355169"/>
                </a:cubicBezTo>
                <a:moveTo>
                  <a:pt x="236779" y="355169"/>
                </a:moveTo>
                <a:cubicBezTo>
                  <a:pt x="252502" y="433908"/>
                  <a:pt x="226493" y="635210"/>
                  <a:pt x="236779" y="710337"/>
                </a:cubicBezTo>
              </a:path>
            </a:pathLst>
          </a:custGeom>
          <a:solidFill>
            <a:srgbClr val="000000">
              <a:alpha val="80000"/>
            </a:srgbClr>
          </a:solidFill>
          <a:ln>
            <a:solidFill>
              <a:srgbClr val="66590E">
                <a:alpha val="8000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horizontalScroll">
                    <a:avLst>
                      <a:gd name="adj" fmla="val 25000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🤢That was not a good idea…</a:t>
            </a:r>
          </a:p>
          <a:p>
            <a:pPr algn="ctr"/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Cleanliness -1</a:t>
            </a:r>
          </a:p>
        </p:txBody>
      </p:sp>
    </p:spTree>
    <p:extLst>
      <p:ext uri="{BB962C8B-B14F-4D97-AF65-F5344CB8AC3E}">
        <p14:creationId xmlns:p14="http://schemas.microsoft.com/office/powerpoint/2010/main" val="4149016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8310-E074-3B39-47ED-589F05C8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82">
            <a:extLst>
              <a:ext uri="{FF2B5EF4-FFF2-40B4-BE49-F238E27FC236}">
                <a16:creationId xmlns:a16="http://schemas.microsoft.com/office/drawing/2014/main" id="{5AA2ABED-169E-D60F-4023-08A2D2B68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448" y="5053404"/>
            <a:ext cx="658278" cy="985208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F1F314EB-DD06-6E54-EAAF-8D78F12DF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894" y="5053403"/>
            <a:ext cx="697863" cy="104679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5879EA56-0BD9-8D69-AC02-203D926C7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50" y="5057400"/>
            <a:ext cx="639624" cy="95729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4F00608-A5EC-222E-AEA5-81A817361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9021" y="5055968"/>
            <a:ext cx="679873" cy="10175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5807923-C125-FCEF-3496-468D9A30E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529" y="4595928"/>
            <a:ext cx="883367" cy="13236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87EBCE-B3CB-6432-ABF1-56878F6538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9265" y="4595930"/>
            <a:ext cx="883367" cy="132363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489CA6D-6B13-F63B-FAAF-8471D7833C65}"/>
              </a:ext>
            </a:extLst>
          </p:cNvPr>
          <p:cNvSpPr/>
          <p:nvPr/>
        </p:nvSpPr>
        <p:spPr>
          <a:xfrm>
            <a:off x="124806" y="120455"/>
            <a:ext cx="8837954" cy="5799531"/>
          </a:xfrm>
          <a:prstGeom prst="roundRect">
            <a:avLst>
              <a:gd name="adj" fmla="val 42421"/>
            </a:avLst>
          </a:prstGeom>
          <a:gradFill flip="none" rotWithShape="1">
            <a:gsLst>
              <a:gs pos="60000">
                <a:srgbClr val="000000">
                  <a:alpha val="88000"/>
                </a:srgbClr>
              </a:gs>
              <a:gs pos="0">
                <a:schemeClr val="bg1"/>
              </a:gs>
              <a:gs pos="83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32599B-CB9D-4B10-B810-FA737777476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81CC50-D652-E422-D569-E79EC2402AA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9A423A-824C-9362-AC0A-2B13FDBE2103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C3BA1-9F8C-17D4-A603-3E66885B9BC7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0F9EF60-CA71-0D6D-D12B-1AA639766D87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64588F5-9822-EE7C-C20F-FCC0EE61DE53}"/>
              </a:ext>
            </a:extLst>
          </p:cNvPr>
          <p:cNvSpPr/>
          <p:nvPr/>
        </p:nvSpPr>
        <p:spPr>
          <a:xfrm>
            <a:off x="-137011" y="4706337"/>
            <a:ext cx="1239260" cy="1934197"/>
          </a:xfrm>
          <a:prstGeom prst="roundRect">
            <a:avLst>
              <a:gd name="adj" fmla="val 38836"/>
            </a:avLst>
          </a:prstGeom>
          <a:solidFill>
            <a:srgbClr val="000000">
              <a:alpha val="89804"/>
            </a:srgbClr>
          </a:solidFill>
          <a:effectLst>
            <a:softEdge rad="1778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5A8BB072-D81D-BA5B-456C-6C42B31E5F6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6403" y="5115806"/>
              <a:ext cx="728546" cy="665681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728546" cy="665681"/>
                    </a:xfrm>
                    <a:prstGeom prst="rect">
                      <a:avLst/>
                    </a:prstGeom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am3d:spPr>
                  <am3d:camera>
                    <am3d:pos x="0" y="0" z="622802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26152" d="1000000"/>
                    <am3d:preTrans dx="-519" dy="-6150071" dz="1574366"/>
                    <am3d:scale>
                      <am3d:sx n="1000000" d="1000000"/>
                      <am3d:sy n="1000000" d="1000000"/>
                      <am3d:sz n="1000000" d="1000000"/>
                    </am3d:scale>
                    <am3d:rot ax="8625025" ay="1866003" az="9555316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76769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Produce Crate">
                <a:extLst>
                  <a:ext uri="{FF2B5EF4-FFF2-40B4-BE49-F238E27FC236}">
                    <a16:creationId xmlns:a16="http://schemas.microsoft.com/office/drawing/2014/main" id="{5A8BB072-D81D-BA5B-456C-6C42B31E5F6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403" y="5115806"/>
                <a:ext cx="728546" cy="665681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D5779B57-19B1-A60B-3FCB-8EE8BB9B6264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B1DB07-347A-D223-2818-5C180D1281A2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18D9442-7723-9CAF-DB61-EF81C0B2A8EE}"/>
                </a:ext>
              </a:extLst>
            </p:cNvPr>
            <p:cNvSpPr txBox="1"/>
            <p:nvPr/>
          </p:nvSpPr>
          <p:spPr>
            <a:xfrm>
              <a:off x="0" y="5781487"/>
              <a:ext cx="1194558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Litter Box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CE5D0A6-9343-4344-2A25-8A1CAAF2A98E}"/>
                </a:ext>
              </a:extLst>
            </p:cNvPr>
            <p:cNvSpPr txBox="1"/>
            <p:nvPr/>
          </p:nvSpPr>
          <p:spPr>
            <a:xfrm>
              <a:off x="1147808" y="5800790"/>
              <a:ext cx="7968600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A world of surprises awaits.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8217D1B-55B8-216D-B2DF-F189179F848A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Smell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4EB0ACC4-1B28-461A-9372-31780AF9CFB5}"/>
                </a:ext>
              </a:extLst>
            </p:cNvPr>
            <p:cNvSpPr/>
            <p:nvPr/>
          </p:nvSpPr>
          <p:spPr>
            <a:xfrm>
              <a:off x="1037244" y="6127869"/>
              <a:ext cx="908324" cy="214745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5000"/>
              </a:schemeClr>
            </a:soli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2">
                      <a:lumMod val="50000"/>
                    </a:schemeClr>
                  </a:solidFill>
                  <a:latin typeface="+mj-lt"/>
                </a:rPr>
                <a:t>Clean up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1BE46CC-B36C-BD89-ED8B-10A044C7B832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8D1CA31D-0D08-FE63-4890-6B9BE6580D50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2522A3C-3E27-ED8F-400C-6461BB0A07ED}"/>
                </a:ext>
              </a:extLst>
            </p:cNvPr>
            <p:cNvSpPr/>
            <p:nvPr/>
          </p:nvSpPr>
          <p:spPr>
            <a:xfrm>
              <a:off x="1988541" y="6127869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FF600FF-7EE6-A9DF-CE7C-452CAA0CD9B2}"/>
              </a:ext>
            </a:extLst>
          </p:cNvPr>
          <p:cNvSpPr txBox="1"/>
          <p:nvPr/>
        </p:nvSpPr>
        <p:spPr>
          <a:xfrm>
            <a:off x="1608694" y="440097"/>
            <a:ext cx="5322194" cy="523220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Litter Box</a:t>
            </a:r>
          </a:p>
          <a:p>
            <a:pPr algn="ctr"/>
            <a:r>
              <a:rPr lang="en-US" sz="1200" dirty="0">
                <a:latin typeface="+mj-lt"/>
              </a:rPr>
              <a:t>A world of surprises awaits.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You need a scooper to clean it up.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3D Model 9" descr="Produce Crate">
                <a:extLst>
                  <a:ext uri="{FF2B5EF4-FFF2-40B4-BE49-F238E27FC236}">
                    <a16:creationId xmlns:a16="http://schemas.microsoft.com/office/drawing/2014/main" id="{10219AE5-1CBC-B3CF-6B5E-6290DFEC87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03634481"/>
                  </p:ext>
                </p:extLst>
              </p:nvPr>
            </p:nvGraphicFramePr>
            <p:xfrm>
              <a:off x="2994120" y="1056836"/>
              <a:ext cx="2917220" cy="2902775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2917220" cy="2902775"/>
                    </a:xfrm>
                    <a:prstGeom prst="rect">
                      <a:avLst/>
                    </a:prstGeom>
                    <a:effectLst>
                      <a:outerShdw blurRad="50800" dist="38100" dir="5400000" algn="t" rotWithShape="0">
                        <a:prstClr val="black">
                          <a:alpha val="40000"/>
                        </a:prstClr>
                      </a:outerShdw>
                    </a:effectLst>
                    <a:scene3d>
                      <a:camera prst="orthographicFront">
                        <a:rot lat="0" lon="0" rev="0"/>
                      </a:camera>
                      <a:lightRig rig="threePt" dir="t"/>
                    </a:scene3d>
                  </am3d:spPr>
                  <am3d:camera>
                    <am3d:pos x="0" y="0" z="622802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6726152" d="1000000"/>
                    <am3d:preTrans dx="-519" dy="-6150071" dz="1574366"/>
                    <am3d:scale>
                      <am3d:sx n="1000000" d="1000000"/>
                      <am3d:sy n="1000000" d="1000000"/>
                      <am3d:sz n="1000000" d="1000000"/>
                    </am3d:scale>
                    <am3d:rot ax="7306156" ay="1317008" az="8932971"/>
                    <am3d:postTrans dx="0" dy="0" dz="0"/>
                  </am3d:trans>
                  <am3d:raster rName="Office3DRenderer" rVer="16.0.8326">
                    <am3d:blip r:embed="rId13"/>
                  </am3d:raster>
                  <am3d:objViewport viewportSz="299948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3D Model 9" descr="Produce Crate">
                <a:extLst>
                  <a:ext uri="{FF2B5EF4-FFF2-40B4-BE49-F238E27FC236}">
                    <a16:creationId xmlns:a16="http://schemas.microsoft.com/office/drawing/2014/main" id="{10219AE5-1CBC-B3CF-6B5E-6290DFEC87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94120" y="1056836"/>
                <a:ext cx="2917220" cy="2902775"/>
              </a:xfrm>
              <a:prstGeom prst="rect">
                <a:avLst/>
              </a:prstGeom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0" rev="0"/>
                </a:camera>
                <a:lightRig rig="threePt" dir="t"/>
              </a:scene3d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283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7B836-8848-0382-57B4-E364794E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8B70CA6-CBE6-326D-E7E4-1AEA8E62B9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81648D-FAF3-BCE9-B602-EA9BF546CF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2A0D3D-1367-8201-6B9F-75951B50EE2A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8F944-C5E8-5CB5-ACDD-FB55951F3895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DE0457E-E12A-41EB-D5FB-A6E6B54AFD8B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EA1DA13-FF77-8171-E8B8-B0E9C22B7C72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7AD09C-B41E-3553-44E5-CBE8C9A977D5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BA78074-C091-69EA-68C3-BB05699495C5}"/>
                </a:ext>
              </a:extLst>
            </p:cNvPr>
            <p:cNvSpPr txBox="1"/>
            <p:nvPr/>
          </p:nvSpPr>
          <p:spPr>
            <a:xfrm>
              <a:off x="0" y="5781487"/>
              <a:ext cx="888385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Sturdy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45B40C4-C888-EC5D-B40F-7E14560E6DAC}"/>
                </a:ext>
              </a:extLst>
            </p:cNvPr>
            <p:cNvSpPr txBox="1"/>
            <p:nvPr/>
          </p:nvSpPr>
          <p:spPr>
            <a:xfrm>
              <a:off x="888385" y="5800790"/>
              <a:ext cx="8228023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You are never tired. Constitution +1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17CC960-EEA2-B406-7752-01FC44E5C187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Remove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A4F6308-399D-D658-D42A-7E847433358D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BC80B26-B07D-8F96-6A8C-3501D78F893B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9CEFDB27-AD17-4ABD-4F3F-307833CC11C9}"/>
                </a:ext>
              </a:extLst>
            </p:cNvPr>
            <p:cNvSpPr/>
            <p:nvPr/>
          </p:nvSpPr>
          <p:spPr>
            <a:xfrm>
              <a:off x="1068486" y="6128548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76E19EB-1080-2E30-824A-2B35714773DD}"/>
              </a:ext>
            </a:extLst>
          </p:cNvPr>
          <p:cNvSpPr txBox="1"/>
          <p:nvPr/>
        </p:nvSpPr>
        <p:spPr>
          <a:xfrm>
            <a:off x="1608694" y="440097"/>
            <a:ext cx="5322194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Choose </a:t>
            </a:r>
            <a:r>
              <a:rPr lang="en-US" sz="1600" dirty="0">
                <a:latin typeface="+mj-lt"/>
              </a:rPr>
              <a:t>Y</a:t>
            </a:r>
            <a:r>
              <a:rPr lang="en-US" sz="1600" dirty="0">
                <a:effectLst/>
                <a:latin typeface="+mj-lt"/>
              </a:rPr>
              <a:t>our Skills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Level 1 – </a:t>
            </a:r>
            <a:r>
              <a:rPr lang="en-US" sz="12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1/2 available</a:t>
            </a:r>
            <a:endParaRPr lang="en-US" sz="1600" dirty="0"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A40D4-BA7D-0DF3-F97A-FD3539755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46" y="4100312"/>
            <a:ext cx="1087199" cy="162715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329F93B-E0FE-B779-EC10-11FD10C9D27E}"/>
              </a:ext>
            </a:extLst>
          </p:cNvPr>
          <p:cNvSpPr txBox="1"/>
          <p:nvPr/>
        </p:nvSpPr>
        <p:spPr>
          <a:xfrm>
            <a:off x="1354030" y="609374"/>
            <a:ext cx="844741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Rank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8C38FCD-9E38-31B7-35F8-F5A534BCC9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3188631" y="910836"/>
            <a:ext cx="848688" cy="125274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8F44FFCE-9A9D-E340-D8A9-EED0710DD5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2224108" y="910836"/>
            <a:ext cx="848688" cy="125274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76FFB987-191D-FFFE-812D-929EE93376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5117677" y="910836"/>
            <a:ext cx="848688" cy="1252748"/>
          </a:xfrm>
          <a:prstGeom prst="rect">
            <a:avLst/>
          </a:prstGeom>
          <a:effectLst/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E09D94D-9AAD-FC40-AB84-A5A4F89993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4153154" y="910836"/>
            <a:ext cx="848688" cy="1252748"/>
          </a:xfrm>
          <a:prstGeom prst="rect">
            <a:avLst/>
          </a:prstGeom>
          <a:effectLst/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D3C3259-F8F9-34C5-5600-68A8DEF20A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6082200" y="910836"/>
            <a:ext cx="848688" cy="1252748"/>
          </a:xfrm>
          <a:prstGeom prst="rect">
            <a:avLst/>
          </a:prstGeom>
          <a:effectLst/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A5CE1FE3-AF11-9FC1-5579-05C4607029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3188631" y="2294674"/>
            <a:ext cx="848688" cy="1252748"/>
          </a:xfrm>
          <a:prstGeom prst="rect">
            <a:avLst/>
          </a:prstGeom>
          <a:effectLst/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2A312379-0B95-4CAD-922B-0CEB87C6D0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2224108" y="2294674"/>
            <a:ext cx="848688" cy="1252748"/>
          </a:xfrm>
          <a:prstGeom prst="rect">
            <a:avLst/>
          </a:prstGeom>
          <a:effectLst/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F6FE90DF-BC36-4B44-199E-12EF28FFE0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5117677" y="2294674"/>
            <a:ext cx="848688" cy="1252748"/>
          </a:xfrm>
          <a:prstGeom prst="rect">
            <a:avLst/>
          </a:prstGeom>
          <a:effectLst/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DF047335-9E59-333E-8DB5-952718DA96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4153154" y="2294674"/>
            <a:ext cx="848688" cy="1252748"/>
          </a:xfrm>
          <a:prstGeom prst="rect">
            <a:avLst/>
          </a:prstGeom>
          <a:effectLst/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1748432D-A339-A2C6-CFC3-15CE68D65F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6082200" y="2294674"/>
            <a:ext cx="848688" cy="1252748"/>
          </a:xfrm>
          <a:prstGeom prst="rect">
            <a:avLst/>
          </a:prstGeom>
          <a:effectLst/>
        </p:spPr>
      </p:pic>
      <p:pic>
        <p:nvPicPr>
          <p:cNvPr id="114" name="Picture 113">
            <a:extLst>
              <a:ext uri="{FF2B5EF4-FFF2-40B4-BE49-F238E27FC236}">
                <a16:creationId xmlns:a16="http://schemas.microsoft.com/office/drawing/2014/main" id="{4F8FD313-F5EE-90D4-8AED-64D7D477EA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3188631" y="3662129"/>
            <a:ext cx="848688" cy="1252748"/>
          </a:xfrm>
          <a:prstGeom prst="rect">
            <a:avLst/>
          </a:prstGeom>
          <a:effectLst/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F14CF074-853B-5B5B-5A17-77CA06F1D9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2224108" y="3662129"/>
            <a:ext cx="848688" cy="1252748"/>
          </a:xfrm>
          <a:prstGeom prst="rect">
            <a:avLst/>
          </a:prstGeom>
          <a:effectLst/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DA6BDDD1-59FD-7B5F-F6DB-D705BFAF0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5117677" y="3662129"/>
            <a:ext cx="848688" cy="1252748"/>
          </a:xfrm>
          <a:prstGeom prst="rect">
            <a:avLst/>
          </a:prstGeom>
          <a:effectLst/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A24CAFBC-8317-2DBD-02BE-450C7600D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4153154" y="3662129"/>
            <a:ext cx="848688" cy="1252748"/>
          </a:xfrm>
          <a:prstGeom prst="rect">
            <a:avLst/>
          </a:prstGeom>
          <a:effectLst/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6221F8A1-3F30-AC86-A26C-1B0FC043A4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2" b="96419" l="5176" r="96191">
                        <a14:foregroundMark x1="6055" y1="2734" x2="31445" y2="2865"/>
                        <a14:foregroundMark x1="31445" y1="2865" x2="66406" y2="1693"/>
                        <a14:foregroundMark x1="66406" y1="1693" x2="88477" y2="3841"/>
                        <a14:foregroundMark x1="88477" y1="3841" x2="98242" y2="20052"/>
                        <a14:foregroundMark x1="98242" y1="20052" x2="94824" y2="91016"/>
                        <a14:foregroundMark x1="94824" y1="91016" x2="79883" y2="99609"/>
                        <a14:foregroundMark x1="79883" y1="99609" x2="11230" y2="95964"/>
                        <a14:foregroundMark x1="11230" y1="95964" x2="5273" y2="46289"/>
                        <a14:foregroundMark x1="5273" y1="46289" x2="5762" y2="4232"/>
                        <a14:foregroundMark x1="26758" y1="4232" x2="20605" y2="20052"/>
                        <a14:foregroundMark x1="20605" y1="20052" x2="70508" y2="77604"/>
                        <a14:foregroundMark x1="70508" y1="77604" x2="71680" y2="84896"/>
                        <a14:foregroundMark x1="3906" y1="55729" x2="5469" y2="91992"/>
                        <a14:foregroundMark x1="5469" y1="91992" x2="87891" y2="96484"/>
                        <a14:foregroundMark x1="87891" y1="96484" x2="92969" y2="93359"/>
                        <a14:foregroundMark x1="64551" y1="95378" x2="27539" y2="95964"/>
                        <a14:foregroundMark x1="28125" y1="4232" x2="65918" y2="6380"/>
                        <a14:foregroundMark x1="65918" y1="6380" x2="79688" y2="4753"/>
                        <a14:foregroundMark x1="96191" y1="6771" x2="93457" y2="23372"/>
                      </a14:backgroundRemoval>
                    </a14:imgEffect>
                  </a14:imgLayer>
                </a14:imgProps>
              </a:ext>
            </a:extLst>
          </a:blip>
          <a:srcRect b="1594"/>
          <a:stretch>
            <a:fillRect/>
          </a:stretch>
        </p:blipFill>
        <p:spPr>
          <a:xfrm>
            <a:off x="6082200" y="3662129"/>
            <a:ext cx="848688" cy="1252748"/>
          </a:xfrm>
          <a:prstGeom prst="rect">
            <a:avLst/>
          </a:prstGeom>
          <a:effectLst/>
        </p:spPr>
      </p:pic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0E19888-3447-C09F-914E-B0AC527E878E}"/>
              </a:ext>
            </a:extLst>
          </p:cNvPr>
          <p:cNvGrpSpPr/>
          <p:nvPr/>
        </p:nvGrpSpPr>
        <p:grpSpPr>
          <a:xfrm>
            <a:off x="1260720" y="1235057"/>
            <a:ext cx="1031361" cy="682012"/>
            <a:chOff x="1273389" y="1155280"/>
            <a:chExt cx="1031361" cy="682012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3DF730DD-0E0F-59AA-B638-8DFCADC8F5B1}"/>
                </a:ext>
              </a:extLst>
            </p:cNvPr>
            <p:cNvSpPr/>
            <p:nvPr/>
          </p:nvSpPr>
          <p:spPr>
            <a:xfrm>
              <a:off x="1605011" y="1155280"/>
              <a:ext cx="368116" cy="334729"/>
            </a:xfrm>
            <a:prstGeom prst="ellipse">
              <a:avLst/>
            </a:prstGeom>
            <a:solidFill>
              <a:schemeClr val="tx1">
                <a:lumMod val="65000"/>
              </a:schemeClr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ptos Black" panose="020B0004020202020204" pitchFamily="34" charset="0"/>
                </a:rPr>
                <a:t>C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B0B6B046-1031-943F-13E3-FDF85C4D5BF5}"/>
                </a:ext>
              </a:extLst>
            </p:cNvPr>
            <p:cNvSpPr txBox="1"/>
            <p:nvPr/>
          </p:nvSpPr>
          <p:spPr>
            <a:xfrm>
              <a:off x="1273389" y="1575682"/>
              <a:ext cx="1031361" cy="261610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effectLst/>
                  <a:latin typeface="Abadi" panose="020B0604020104020204" pitchFamily="34" charset="0"/>
                </a:rPr>
                <a:t>Script Kiddo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1B0B498F-8B06-5D58-12E9-47EDB7C40E30}"/>
              </a:ext>
            </a:extLst>
          </p:cNvPr>
          <p:cNvGrpSpPr/>
          <p:nvPr/>
        </p:nvGrpSpPr>
        <p:grpSpPr>
          <a:xfrm>
            <a:off x="1260720" y="2544031"/>
            <a:ext cx="1031361" cy="758956"/>
            <a:chOff x="1273389" y="1155280"/>
            <a:chExt cx="1031361" cy="758956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B6BDB2BF-0867-17C1-780C-3581C9891675}"/>
                </a:ext>
              </a:extLst>
            </p:cNvPr>
            <p:cNvSpPr/>
            <p:nvPr/>
          </p:nvSpPr>
          <p:spPr>
            <a:xfrm>
              <a:off x="1605011" y="1155280"/>
              <a:ext cx="368116" cy="334729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effectLst>
              <a:glow rad="88900">
                <a:schemeClr val="accent2">
                  <a:lumMod val="60000"/>
                  <a:lumOff val="40000"/>
                  <a:alpha val="70000"/>
                </a:schemeClr>
              </a:glow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ptos Black" panose="020B0004020202020204" pitchFamily="34" charset="0"/>
                </a:rPr>
                <a:t>B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FA860656-B6FE-9192-A069-65061106CFBE}"/>
                </a:ext>
              </a:extLst>
            </p:cNvPr>
            <p:cNvSpPr txBox="1"/>
            <p:nvPr/>
          </p:nvSpPr>
          <p:spPr>
            <a:xfrm>
              <a:off x="1273389" y="1575682"/>
              <a:ext cx="1031361" cy="338554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effectLst>
                    <a:glow rad="76200">
                      <a:schemeClr val="accent2">
                        <a:lumMod val="60000"/>
                        <a:lumOff val="40000"/>
                        <a:alpha val="79000"/>
                      </a:schemeClr>
                    </a:glow>
                  </a:effectLst>
                  <a:latin typeface="Abadi" panose="020B0604020104020204" pitchFamily="34" charset="0"/>
                </a:rPr>
                <a:t>Hacker</a:t>
              </a: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4B93A56-5398-9E00-8FD5-3F25157A2223}"/>
              </a:ext>
            </a:extLst>
          </p:cNvPr>
          <p:cNvGrpSpPr/>
          <p:nvPr/>
        </p:nvGrpSpPr>
        <p:grpSpPr>
          <a:xfrm>
            <a:off x="1288980" y="3964975"/>
            <a:ext cx="1031361" cy="820512"/>
            <a:chOff x="1273389" y="1155280"/>
            <a:chExt cx="1031361" cy="820512"/>
          </a:xfrm>
        </p:grpSpPr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E94B2CF2-C694-6772-6A0B-036BB9FC428A}"/>
                </a:ext>
              </a:extLst>
            </p:cNvPr>
            <p:cNvSpPr/>
            <p:nvPr/>
          </p:nvSpPr>
          <p:spPr>
            <a:xfrm>
              <a:off x="1605011" y="1155280"/>
              <a:ext cx="368116" cy="334729"/>
            </a:xfrm>
            <a:prstGeom prst="ellipse">
              <a:avLst/>
            </a:prstGeom>
            <a:solidFill>
              <a:srgbClr val="7030A0"/>
            </a:solidFill>
            <a:effectLst>
              <a:glow rad="152400">
                <a:schemeClr val="accent5">
                  <a:lumMod val="40000"/>
                  <a:lumOff val="60000"/>
                </a:schemeClr>
              </a:glow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Aptos Black" panose="020B0004020202020204" pitchFamily="34" charset="0"/>
                </a:rPr>
                <a:t>A</a:t>
              </a: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2716CE6A-D144-BA6F-5843-68C9C859DCF5}"/>
                </a:ext>
              </a:extLst>
            </p:cNvPr>
            <p:cNvSpPr txBox="1"/>
            <p:nvPr/>
          </p:nvSpPr>
          <p:spPr>
            <a:xfrm>
              <a:off x="1273389" y="1575682"/>
              <a:ext cx="1031361" cy="400110"/>
            </a:xfrm>
            <a:prstGeom prst="rect">
              <a:avLst/>
            </a:prstGeom>
            <a:noFill/>
            <a:effectLst>
              <a:glow rad="127000">
                <a:schemeClr val="accent5">
                  <a:lumMod val="60000"/>
                  <a:lumOff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effectLst>
                    <a:glow rad="127000">
                      <a:schemeClr val="accent5">
                        <a:lumMod val="60000"/>
                        <a:lumOff val="40000"/>
                        <a:alpha val="60000"/>
                      </a:schemeClr>
                    </a:glow>
                  </a:effectLst>
                  <a:latin typeface="Abadi" panose="020B0604020104020204" pitchFamily="34" charset="0"/>
                </a:rPr>
                <a:t>Leet</a:t>
              </a:r>
            </a:p>
          </p:txBody>
        </p:sp>
      </p:grpSp>
      <p:pic>
        <p:nvPicPr>
          <p:cNvPr id="144" name="Picture 143">
            <a:extLst>
              <a:ext uri="{FF2B5EF4-FFF2-40B4-BE49-F238E27FC236}">
                <a16:creationId xmlns:a16="http://schemas.microsoft.com/office/drawing/2014/main" id="{FED8FEBB-8FEF-B3E7-E84D-35F414E89C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2469" y="897481"/>
            <a:ext cx="860330" cy="1289112"/>
          </a:xfrm>
          <a:prstGeom prst="rect">
            <a:avLst/>
          </a:prstGeom>
        </p:spPr>
      </p:pic>
      <p:sp>
        <p:nvSpPr>
          <p:cNvPr id="145" name="Plus Sign 144">
            <a:extLst>
              <a:ext uri="{FF2B5EF4-FFF2-40B4-BE49-F238E27FC236}">
                <a16:creationId xmlns:a16="http://schemas.microsoft.com/office/drawing/2014/main" id="{E4C811B5-3FD9-B1EC-7A53-C612C16D20CA}"/>
              </a:ext>
            </a:extLst>
          </p:cNvPr>
          <p:cNvSpPr/>
          <p:nvPr/>
        </p:nvSpPr>
        <p:spPr>
          <a:xfrm>
            <a:off x="3339820" y="1273298"/>
            <a:ext cx="519348" cy="543886"/>
          </a:xfrm>
          <a:prstGeom prst="mathPlus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349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AD964-A97B-9B75-5D11-4CFEB6E4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4AF7859-DBCF-0681-3ABE-2779C84ACB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C2F1D55-D446-A192-2968-844FCC5289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7A13A8-366A-B76C-9B0C-8967251AD9F4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100371-697C-FF12-962A-387605529F48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1B8E2803-3DDD-579F-88E3-DDB6CE238380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E8F3C03-DF80-524A-B0F8-25F2000CF133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C628FA-6E1F-4BFC-9423-9E6B3C1CB8DB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FD69534-16A4-184D-3E29-BC44DB052A74}"/>
                </a:ext>
              </a:extLst>
            </p:cNvPr>
            <p:cNvSpPr txBox="1"/>
            <p:nvPr/>
          </p:nvSpPr>
          <p:spPr>
            <a:xfrm>
              <a:off x="0" y="5781487"/>
              <a:ext cx="1526380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Ballet Shoes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546C501-2E4C-0FA1-A39E-10548AA64D30}"/>
                </a:ext>
              </a:extLst>
            </p:cNvPr>
            <p:cNvSpPr txBox="1"/>
            <p:nvPr/>
          </p:nvSpPr>
          <p:spPr>
            <a:xfrm>
              <a:off x="1451114" y="5800790"/>
              <a:ext cx="7665294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For the power dancer.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83C13F8-22CC-5FE6-9139-80D020B72136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Pick Up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A35AE111-469D-1090-A26A-235CB7970EB7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71448C0-B67F-F398-DAA1-AADD1A997516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C9386F-EA26-FC2F-EB93-D0C13222FDE6}"/>
                </a:ext>
              </a:extLst>
            </p:cNvPr>
            <p:cNvSpPr/>
            <p:nvPr/>
          </p:nvSpPr>
          <p:spPr>
            <a:xfrm>
              <a:off x="1068486" y="6128548"/>
              <a:ext cx="908324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Inspect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C13B122-7A67-38C2-FC90-5B05DBAF1C6C}"/>
              </a:ext>
            </a:extLst>
          </p:cNvPr>
          <p:cNvSpPr txBox="1"/>
          <p:nvPr/>
        </p:nvSpPr>
        <p:spPr>
          <a:xfrm>
            <a:off x="1608694" y="440097"/>
            <a:ext cx="5322194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Inventory - </a:t>
            </a:r>
            <a:r>
              <a:rPr lang="en-US" sz="105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+mj-lt"/>
              </a:rPr>
              <a:t>🪙 122 Bops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j-l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813B86D-8637-8DAE-FAAE-32AAF1BCB5E9}"/>
              </a:ext>
            </a:extLst>
          </p:cNvPr>
          <p:cNvSpPr/>
          <p:nvPr/>
        </p:nvSpPr>
        <p:spPr>
          <a:xfrm>
            <a:off x="2129282" y="842834"/>
            <a:ext cx="735496" cy="2651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Skills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272726-5993-3A30-D0B5-9A547691F715}"/>
              </a:ext>
            </a:extLst>
          </p:cNvPr>
          <p:cNvSpPr/>
          <p:nvPr/>
        </p:nvSpPr>
        <p:spPr>
          <a:xfrm>
            <a:off x="2926571" y="842834"/>
            <a:ext cx="735496" cy="265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Emotes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B9A3C7-575D-BF84-DC5A-A9DA37F693E4}"/>
              </a:ext>
            </a:extLst>
          </p:cNvPr>
          <p:cNvSpPr/>
          <p:nvPr/>
        </p:nvSpPr>
        <p:spPr>
          <a:xfrm>
            <a:off x="3730486" y="842834"/>
            <a:ext cx="735496" cy="2651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Items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F9F9B7D-94C8-3B76-72B1-6E03D318FB69}"/>
              </a:ext>
            </a:extLst>
          </p:cNvPr>
          <p:cNvSpPr/>
          <p:nvPr/>
        </p:nvSpPr>
        <p:spPr>
          <a:xfrm>
            <a:off x="5914787" y="842834"/>
            <a:ext cx="1016101" cy="265198"/>
          </a:xfrm>
          <a:prstGeom prst="roundRect">
            <a:avLst>
              <a:gd name="adj" fmla="val 35009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Sort: Equipped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96CEB9C-D94B-F7EF-19BC-FF53823993F2}"/>
              </a:ext>
            </a:extLst>
          </p:cNvPr>
          <p:cNvCxnSpPr>
            <a:cxnSpLocks/>
          </p:cNvCxnSpPr>
          <p:nvPr/>
        </p:nvCxnSpPr>
        <p:spPr>
          <a:xfrm>
            <a:off x="4538869" y="975433"/>
            <a:ext cx="1252331" cy="0"/>
          </a:xfrm>
          <a:prstGeom prst="line">
            <a:avLst/>
          </a:prstGeom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A5EAF6E-7929-3985-B714-3382962FAB2E}"/>
              </a:ext>
            </a:extLst>
          </p:cNvPr>
          <p:cNvSpPr/>
          <p:nvPr/>
        </p:nvSpPr>
        <p:spPr>
          <a:xfrm>
            <a:off x="1621946" y="842834"/>
            <a:ext cx="456562" cy="26519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alpha val="6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All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CBD5C42-0979-66FD-FCB2-B6810C202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052" y="1257170"/>
            <a:ext cx="967501" cy="1395837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A1328FE-9A14-F55D-3DA1-6E9180399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0392" y="1270449"/>
            <a:ext cx="931556" cy="1395838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F82A90A-1985-94F9-322E-4C7ABB2EC3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9005" y="1279604"/>
            <a:ext cx="922439" cy="1390987"/>
          </a:xfrm>
          <a:prstGeom prst="rect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278DB5B-9B5F-9152-9A41-6E012C8711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7796" y="1265894"/>
            <a:ext cx="885416" cy="1400642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B42F8FD-9AF5-2AE2-4287-18E095C870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6701" y="1265893"/>
            <a:ext cx="921908" cy="1381379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90D867B-3229-EE06-D8C9-6BCF855260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4661" y="2802394"/>
            <a:ext cx="937377" cy="1404558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3B3F49C2-AF24-BC15-8A3D-A843CA7833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7461" y="2802394"/>
            <a:ext cx="931557" cy="1395839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5E6733-4C61-58F2-9F56-0F8C81184C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1602" y="2802394"/>
            <a:ext cx="915478" cy="1371746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1BA63D37-EB23-749E-FAA1-2007251D493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48132" y="2802394"/>
            <a:ext cx="937377" cy="1404558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21069E51-57CF-E04E-F93A-33FD2E6DF1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3850" y="2800030"/>
            <a:ext cx="915478" cy="137174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C2D88842-6CAC-073A-2EED-3C7C3C47A6F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8694" y="4306244"/>
            <a:ext cx="948976" cy="1374216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31DF82DF-CB79-0BE9-113F-6A5A879BE1D4}"/>
              </a:ext>
            </a:extLst>
          </p:cNvPr>
          <p:cNvSpPr txBox="1"/>
          <p:nvPr/>
        </p:nvSpPr>
        <p:spPr>
          <a:xfrm>
            <a:off x="6456626" y="239856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5️⃣</a:t>
            </a:r>
          </a:p>
        </p:txBody>
      </p:sp>
    </p:spTree>
    <p:extLst>
      <p:ext uri="{BB962C8B-B14F-4D97-AF65-F5344CB8AC3E}">
        <p14:creationId xmlns:p14="http://schemas.microsoft.com/office/powerpoint/2010/main" val="12540777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80DA0-4D16-C414-6EC5-9CF546652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2178AF3-A05E-11F4-3EB7-F72E64696C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50F47F-3274-C130-84FF-17CDA8F636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5815DB-CDE6-C42C-8A1D-C051B091FEE5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AD3909-3F97-43C4-AB08-CFE666619986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64AEC83-D0CD-C5AD-AD99-C621C3431AAA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33B1CF-D20B-6ADE-9F1E-2EC6AE01552F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72D3689-7F1E-79B7-9F89-5E86EBD3D0B0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2AB7583-FD05-439B-6315-C9E097F2D08E}"/>
                </a:ext>
              </a:extLst>
            </p:cNvPr>
            <p:cNvSpPr txBox="1"/>
            <p:nvPr/>
          </p:nvSpPr>
          <p:spPr>
            <a:xfrm>
              <a:off x="0" y="5781487"/>
              <a:ext cx="857927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Emilia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4896555-2165-3656-1E7A-1162FA695082}"/>
                </a:ext>
              </a:extLst>
            </p:cNvPr>
            <p:cNvSpPr txBox="1"/>
            <p:nvPr/>
          </p:nvSpPr>
          <p:spPr>
            <a:xfrm>
              <a:off x="857927" y="5800790"/>
              <a:ext cx="8258481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This is you. Level 2.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9FD0656C-D45D-63EC-C448-B219C0D1117B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Self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3CA90CA3-BC83-1B69-3D22-D6748CB192EA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41C04745-F72E-60B2-7F12-FC1600A754D7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B7B88C01-6C42-6B7B-6483-3BB012F438FD}"/>
                </a:ext>
              </a:extLst>
            </p:cNvPr>
            <p:cNvSpPr/>
            <p:nvPr/>
          </p:nvSpPr>
          <p:spPr>
            <a:xfrm>
              <a:off x="1068486" y="6128548"/>
              <a:ext cx="1010022" cy="214745"/>
            </a:xfrm>
            <a:prstGeom prst="roundRect">
              <a:avLst>
                <a:gd name="adj" fmla="val 50000"/>
              </a:avLst>
            </a:prstGeom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Swap Sticker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ACC71AE-3BE9-7566-2FCF-617EC99648DC}"/>
              </a:ext>
            </a:extLst>
          </p:cNvPr>
          <p:cNvSpPr txBox="1"/>
          <p:nvPr/>
        </p:nvSpPr>
        <p:spPr>
          <a:xfrm>
            <a:off x="1608694" y="440097"/>
            <a:ext cx="5322194" cy="58477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Emilia</a:t>
            </a:r>
          </a:p>
          <a:p>
            <a:pPr algn="ctr"/>
            <a:r>
              <a:rPr lang="en-US" sz="1600" dirty="0">
                <a:latin typeface="+mj-lt"/>
              </a:rPr>
              <a:t>You are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Stinky</a:t>
            </a: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, Tired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j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F62300D-4E3B-6BCC-1A63-38DB8DEE17A9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776870" y="1154335"/>
            <a:ext cx="2782956" cy="6520"/>
          </a:xfrm>
          <a:prstGeom prst="line">
            <a:avLst/>
          </a:prstGeom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97B9FB9-5302-513A-5DBA-588875E19DDF}"/>
              </a:ext>
            </a:extLst>
          </p:cNvPr>
          <p:cNvSpPr/>
          <p:nvPr/>
        </p:nvSpPr>
        <p:spPr>
          <a:xfrm>
            <a:off x="1621945" y="1021736"/>
            <a:ext cx="1300159" cy="26519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alpha val="6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Level 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C576D5-C8BF-D907-9CED-0D77ABDA5281}"/>
              </a:ext>
            </a:extLst>
          </p:cNvPr>
          <p:cNvSpPr/>
          <p:nvPr/>
        </p:nvSpPr>
        <p:spPr>
          <a:xfrm>
            <a:off x="1635143" y="1021736"/>
            <a:ext cx="650858" cy="265198"/>
          </a:xfrm>
          <a:prstGeom prst="roundRect">
            <a:avLst>
              <a:gd name="adj" fmla="val 50000"/>
            </a:avLst>
          </a:prstGeom>
          <a:solidFill>
            <a:srgbClr val="96DCF8">
              <a:alpha val="4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2">
                  <a:lumMod val="90000"/>
                </a:schemeClr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4BCB3-1C3A-B653-670B-16F0537E1A49}"/>
              </a:ext>
            </a:extLst>
          </p:cNvPr>
          <p:cNvSpPr txBox="1"/>
          <p:nvPr/>
        </p:nvSpPr>
        <p:spPr>
          <a:xfrm>
            <a:off x="2900726" y="976189"/>
            <a:ext cx="876144" cy="36933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900" dirty="0">
                <a:effectLst/>
                <a:latin typeface="+mj-lt"/>
              </a:rPr>
              <a:t>5 Kudos </a:t>
            </a:r>
          </a:p>
          <a:p>
            <a:r>
              <a:rPr lang="en-US" sz="900" dirty="0">
                <a:effectLst/>
                <a:latin typeface="+mj-lt"/>
              </a:rPr>
              <a:t>to Next Level</a:t>
            </a:r>
            <a:endParaRPr lang="en-US" sz="9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E74DAD-4B5B-694D-79F1-8FB9DE8323B1}"/>
              </a:ext>
            </a:extLst>
          </p:cNvPr>
          <p:cNvSpPr txBox="1"/>
          <p:nvPr/>
        </p:nvSpPr>
        <p:spPr>
          <a:xfrm>
            <a:off x="1635143" y="1465080"/>
            <a:ext cx="2632057" cy="584775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effectLst/>
                <a:latin typeface="+mj-lt"/>
              </a:rPr>
              <a:t>Constitution: </a:t>
            </a:r>
            <a:r>
              <a:rPr lang="en-US" sz="1000" dirty="0">
                <a:effectLst/>
                <a:latin typeface="+mj-lt"/>
              </a:rPr>
              <a:t>⭐⭐</a:t>
            </a:r>
          </a:p>
          <a:p>
            <a:r>
              <a:rPr lang="en-US" sz="1600" dirty="0">
                <a:latin typeface="+mj-lt"/>
              </a:rPr>
              <a:t>Fanciness: </a:t>
            </a:r>
            <a:r>
              <a:rPr lang="en-US" sz="1000" dirty="0"/>
              <a:t>⭐⭐⭐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6D979A-9083-3E94-11AE-F69EF3899769}"/>
              </a:ext>
            </a:extLst>
          </p:cNvPr>
          <p:cNvSpPr txBox="1"/>
          <p:nvPr/>
        </p:nvSpPr>
        <p:spPr>
          <a:xfrm>
            <a:off x="4267200" y="1465079"/>
            <a:ext cx="2632057" cy="830997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effectLst/>
                <a:latin typeface="+mj-lt"/>
              </a:rPr>
              <a:t>Dexterity: 🌟</a:t>
            </a:r>
            <a:r>
              <a:rPr lang="en-US" sz="1000" dirty="0"/>
              <a:t>⭐</a:t>
            </a:r>
            <a:endParaRPr lang="en-US" sz="1000" dirty="0">
              <a:effectLst/>
              <a:latin typeface="+mj-lt"/>
            </a:endParaRPr>
          </a:p>
          <a:p>
            <a:r>
              <a:rPr lang="en-US" sz="1600" dirty="0">
                <a:latin typeface="+mj-lt"/>
              </a:rPr>
              <a:t>Charisma: </a:t>
            </a:r>
            <a:r>
              <a:rPr lang="en-US" sz="1000" dirty="0"/>
              <a:t>⭐⭐⭐⭐</a:t>
            </a:r>
          </a:p>
          <a:p>
            <a:endParaRPr lang="en-US" sz="1600" dirty="0">
              <a:effectLst/>
              <a:latin typeface="+mj-lt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D4C233A-C745-3A2A-1F9C-321CD773CF16}"/>
              </a:ext>
            </a:extLst>
          </p:cNvPr>
          <p:cNvCxnSpPr>
            <a:cxnSpLocks/>
          </p:cNvCxnSpPr>
          <p:nvPr/>
        </p:nvCxnSpPr>
        <p:spPr>
          <a:xfrm>
            <a:off x="1635143" y="2241575"/>
            <a:ext cx="4924683" cy="0"/>
          </a:xfrm>
          <a:prstGeom prst="line">
            <a:avLst/>
          </a:prstGeom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C6E90BDB-CB52-54CA-4263-7CE8E67C5BFC}"/>
              </a:ext>
            </a:extLst>
          </p:cNvPr>
          <p:cNvSpPr/>
          <p:nvPr/>
        </p:nvSpPr>
        <p:spPr>
          <a:xfrm>
            <a:off x="1635921" y="2473865"/>
            <a:ext cx="2339731" cy="26519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alpha val="6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Health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6A732DD-856B-E3C1-0862-AFB9B3919715}"/>
              </a:ext>
            </a:extLst>
          </p:cNvPr>
          <p:cNvSpPr/>
          <p:nvPr/>
        </p:nvSpPr>
        <p:spPr>
          <a:xfrm>
            <a:off x="1649118" y="2473865"/>
            <a:ext cx="2326533" cy="265198"/>
          </a:xfrm>
          <a:prstGeom prst="roundRect">
            <a:avLst>
              <a:gd name="adj" fmla="val 50000"/>
            </a:avLst>
          </a:prstGeom>
          <a:solidFill>
            <a:srgbClr val="C00000">
              <a:alpha val="4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100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464CA28-B8C1-B9ED-549C-227CB9FDADDD}"/>
              </a:ext>
            </a:extLst>
          </p:cNvPr>
          <p:cNvSpPr/>
          <p:nvPr/>
        </p:nvSpPr>
        <p:spPr>
          <a:xfrm>
            <a:off x="1649118" y="2914145"/>
            <a:ext cx="2326533" cy="26519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alpha val="6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Cleanliness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0892BC71-C544-41B1-430A-71B9559153B7}"/>
              </a:ext>
            </a:extLst>
          </p:cNvPr>
          <p:cNvSpPr/>
          <p:nvPr/>
        </p:nvSpPr>
        <p:spPr>
          <a:xfrm>
            <a:off x="1662316" y="2914145"/>
            <a:ext cx="272501" cy="265198"/>
          </a:xfrm>
          <a:prstGeom prst="roundRect">
            <a:avLst>
              <a:gd name="adj" fmla="val 50000"/>
            </a:avLst>
          </a:prstGeom>
          <a:solidFill>
            <a:srgbClr val="96DCF8">
              <a:alpha val="4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1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8F3CB80-B918-6081-CB8A-8442EE0290AC}"/>
              </a:ext>
            </a:extLst>
          </p:cNvPr>
          <p:cNvSpPr/>
          <p:nvPr/>
        </p:nvSpPr>
        <p:spPr>
          <a:xfrm>
            <a:off x="4140526" y="2475604"/>
            <a:ext cx="2326533" cy="26519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alpha val="6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Energy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7B507CDB-3333-A461-6495-935D6218247C}"/>
              </a:ext>
            </a:extLst>
          </p:cNvPr>
          <p:cNvSpPr/>
          <p:nvPr/>
        </p:nvSpPr>
        <p:spPr>
          <a:xfrm>
            <a:off x="4153724" y="2475604"/>
            <a:ext cx="418276" cy="265198"/>
          </a:xfrm>
          <a:prstGeom prst="roundRect">
            <a:avLst>
              <a:gd name="adj" fmla="val 50000"/>
            </a:avLst>
          </a:prstGeom>
          <a:solidFill>
            <a:srgbClr val="FFC000">
              <a:alpha val="4784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5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6ED3EE0-2E05-EBC9-0C8D-3B1BB7AD5CEB}"/>
              </a:ext>
            </a:extLst>
          </p:cNvPr>
          <p:cNvSpPr/>
          <p:nvPr/>
        </p:nvSpPr>
        <p:spPr>
          <a:xfrm>
            <a:off x="4153724" y="2914145"/>
            <a:ext cx="2326533" cy="26519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alpha val="6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Concentration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C58A0C9-2ADB-C810-9B4A-11829864CF6F}"/>
              </a:ext>
            </a:extLst>
          </p:cNvPr>
          <p:cNvSpPr/>
          <p:nvPr/>
        </p:nvSpPr>
        <p:spPr>
          <a:xfrm>
            <a:off x="4166922" y="2914145"/>
            <a:ext cx="1147200" cy="265198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300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162563-687C-CE33-9AAE-40B05BCBBFCC}"/>
              </a:ext>
            </a:extLst>
          </p:cNvPr>
          <p:cNvSpPr txBox="1"/>
          <p:nvPr/>
        </p:nvSpPr>
        <p:spPr>
          <a:xfrm>
            <a:off x="22910" y="687505"/>
            <a:ext cx="744269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101600" dist="38100" dir="5400000" sx="108000" sy="108000" algn="t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🫩🐷</a:t>
            </a:r>
          </a:p>
        </p:txBody>
      </p:sp>
    </p:spTree>
    <p:extLst>
      <p:ext uri="{BB962C8B-B14F-4D97-AF65-F5344CB8AC3E}">
        <p14:creationId xmlns:p14="http://schemas.microsoft.com/office/powerpoint/2010/main" val="2346742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A5608-BD82-D3CB-F5A4-E0894363E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8E85F5-8F8E-3257-0F4F-5FC69FD48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2" y="4727562"/>
            <a:ext cx="789710" cy="1184565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D9CF68-7212-722A-365D-566FF51D73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698F93-B84C-B2FA-1017-C2E806AE05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D2B67B-DE92-8014-1798-2A117F29CF99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4F35E-13B4-0D38-9E6A-C14D44D078D0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1D155BB-681F-0911-3126-3A6DE19C67DB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7EFAF7B-8CAF-844E-A738-42E6CDE6D096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5302B5-4D23-1A62-CF4B-80B360F6D95B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9642DAD-655F-2638-38FD-D29FCDD85F08}"/>
                </a:ext>
              </a:extLst>
            </p:cNvPr>
            <p:cNvSpPr txBox="1"/>
            <p:nvPr/>
          </p:nvSpPr>
          <p:spPr>
            <a:xfrm>
              <a:off x="0" y="5781487"/>
              <a:ext cx="1951560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Leave the House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EACE490-A6C0-6A3B-C25A-1183A3F29D2B}"/>
                </a:ext>
              </a:extLst>
            </p:cNvPr>
            <p:cNvSpPr txBox="1"/>
            <p:nvPr/>
          </p:nvSpPr>
          <p:spPr>
            <a:xfrm>
              <a:off x="1890793" y="5800790"/>
              <a:ext cx="7225615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The doors are all locked…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34D66FA-0A37-3C67-30B4-23B7B2C5AF39}"/>
                </a:ext>
              </a:extLst>
            </p:cNvPr>
            <p:cNvSpPr/>
            <p:nvPr/>
          </p:nvSpPr>
          <p:spPr>
            <a:xfrm>
              <a:off x="85946" y="6129684"/>
              <a:ext cx="908325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Memories..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75684629-BDFA-EABE-E497-775D46516BD0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AD8A3EB-0D8C-FFB6-6DA9-BFE8085ED437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05424AD-2013-AD50-FD02-9BE7A6F8ED04}"/>
              </a:ext>
            </a:extLst>
          </p:cNvPr>
          <p:cNvSpPr txBox="1"/>
          <p:nvPr/>
        </p:nvSpPr>
        <p:spPr>
          <a:xfrm>
            <a:off x="1608694" y="440097"/>
            <a:ext cx="5322194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Emilia’s Journal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39793D-9E02-0693-1A83-D249F5222FEE}"/>
              </a:ext>
            </a:extLst>
          </p:cNvPr>
          <p:cNvSpPr/>
          <p:nvPr/>
        </p:nvSpPr>
        <p:spPr>
          <a:xfrm>
            <a:off x="2605225" y="842834"/>
            <a:ext cx="1016101" cy="26519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Memories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C9B9E2-434C-6120-974E-4B9345498E69}"/>
              </a:ext>
            </a:extLst>
          </p:cNvPr>
          <p:cNvSpPr/>
          <p:nvPr/>
        </p:nvSpPr>
        <p:spPr>
          <a:xfrm>
            <a:off x="5791201" y="842834"/>
            <a:ext cx="1139688" cy="265198"/>
          </a:xfrm>
          <a:prstGeom prst="roundRect">
            <a:avLst>
              <a:gd name="adj" fmla="val 35009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Show Completed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F39B1E-1382-7A31-16FE-7FAC43668835}"/>
              </a:ext>
            </a:extLst>
          </p:cNvPr>
          <p:cNvCxnSpPr>
            <a:cxnSpLocks/>
          </p:cNvCxnSpPr>
          <p:nvPr/>
        </p:nvCxnSpPr>
        <p:spPr>
          <a:xfrm>
            <a:off x="3727342" y="975433"/>
            <a:ext cx="2063858" cy="0"/>
          </a:xfrm>
          <a:prstGeom prst="line">
            <a:avLst/>
          </a:prstGeom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56EC9F-9B8F-5BA4-885B-FF85B56C533B}"/>
              </a:ext>
            </a:extLst>
          </p:cNvPr>
          <p:cNvSpPr/>
          <p:nvPr/>
        </p:nvSpPr>
        <p:spPr>
          <a:xfrm>
            <a:off x="1621946" y="842834"/>
            <a:ext cx="848278" cy="26519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  <a:alpha val="6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Tasks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C6FE43EC-9E11-4742-4BB3-565D61D779FF}"/>
              </a:ext>
            </a:extLst>
          </p:cNvPr>
          <p:cNvSpPr/>
          <p:nvPr/>
        </p:nvSpPr>
        <p:spPr>
          <a:xfrm rot="155512">
            <a:off x="2069000" y="1266946"/>
            <a:ext cx="937672" cy="786960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Clean the litterbox</a:t>
            </a:r>
          </a:p>
          <a:p>
            <a:r>
              <a:rPr lang="en-US" sz="1200" dirty="0">
                <a:solidFill>
                  <a:schemeClr val="bg1"/>
                </a:solidFill>
              </a:rPr>
              <a:t>💩</a:t>
            </a:r>
          </a:p>
        </p:txBody>
      </p:sp>
      <p:sp>
        <p:nvSpPr>
          <p:cNvPr id="28" name="Rectangle: Folded Corner 27">
            <a:extLst>
              <a:ext uri="{FF2B5EF4-FFF2-40B4-BE49-F238E27FC236}">
                <a16:creationId xmlns:a16="http://schemas.microsoft.com/office/drawing/2014/main" id="{05335DB8-E523-D3F2-0307-91E6B66BCDD5}"/>
              </a:ext>
            </a:extLst>
          </p:cNvPr>
          <p:cNvSpPr/>
          <p:nvPr/>
        </p:nvSpPr>
        <p:spPr>
          <a:xfrm rot="21059911">
            <a:off x="3223100" y="1257832"/>
            <a:ext cx="937672" cy="786960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Leave the house</a:t>
            </a:r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8E2B84F2-7500-5A7C-FF25-CBB22343E0AC}"/>
              </a:ext>
            </a:extLst>
          </p:cNvPr>
          <p:cNvSpPr/>
          <p:nvPr/>
        </p:nvSpPr>
        <p:spPr>
          <a:xfrm>
            <a:off x="4368431" y="1215013"/>
            <a:ext cx="937672" cy="786960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Get to level 2! 🤓</a:t>
            </a:r>
          </a:p>
        </p:txBody>
      </p:sp>
    </p:spTree>
    <p:extLst>
      <p:ext uri="{BB962C8B-B14F-4D97-AF65-F5344CB8AC3E}">
        <p14:creationId xmlns:p14="http://schemas.microsoft.com/office/powerpoint/2010/main" val="4960324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7AF39-F2A3-8808-822C-BB0882A0C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D074F5-88D6-F5D9-D4B0-7BA809038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2" y="4727562"/>
            <a:ext cx="789710" cy="1184565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1FB07B-31C9-536B-9B29-A591B5EF15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914734">
            <a:off x="-214329" y="-146952"/>
            <a:ext cx="1440039" cy="14400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FACADE0-F019-6165-7096-BA3EFDF532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20400285">
            <a:off x="-112697" y="1036720"/>
            <a:ext cx="1104900" cy="1104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2BCA4F-7B51-A144-6B4A-C084C74845F4}"/>
              </a:ext>
            </a:extLst>
          </p:cNvPr>
          <p:cNvSpPr txBox="1"/>
          <p:nvPr/>
        </p:nvSpPr>
        <p:spPr>
          <a:xfrm>
            <a:off x="12810" y="938014"/>
            <a:ext cx="100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effectLst>
                  <a:glow rad="139700">
                    <a:schemeClr val="accent3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Emilia (You)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180E69-DEA4-444B-665C-D3151920DE15}"/>
              </a:ext>
            </a:extLst>
          </p:cNvPr>
          <p:cNvSpPr txBox="1"/>
          <p:nvPr/>
        </p:nvSpPr>
        <p:spPr>
          <a:xfrm>
            <a:off x="185948" y="1835443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</a:rPr>
              <a:t>Molly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ACFDB97F-17B5-67E4-DA68-1A54BE6994AF}"/>
              </a:ext>
            </a:extLst>
          </p:cNvPr>
          <p:cNvSpPr/>
          <p:nvPr/>
        </p:nvSpPr>
        <p:spPr>
          <a:xfrm>
            <a:off x="8691792" y="93518"/>
            <a:ext cx="327401" cy="326534"/>
          </a:xfrm>
          <a:prstGeom prst="roundRect">
            <a:avLst>
              <a:gd name="adj" fmla="val 50000"/>
            </a:avLst>
          </a:prstGeom>
          <a:solidFill>
            <a:schemeClr val="bg2">
              <a:lumMod val="90000"/>
              <a:lumOff val="1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>
                <a:latin typeface="Aptos ExtraBold" panose="020B0004020202020204" pitchFamily="34" charset="0"/>
              </a:rPr>
              <a:t>⚙️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E5DE51-4CB0-CA19-2167-BB35CAB1D65A}"/>
              </a:ext>
            </a:extLst>
          </p:cNvPr>
          <p:cNvGrpSpPr/>
          <p:nvPr/>
        </p:nvGrpSpPr>
        <p:grpSpPr>
          <a:xfrm>
            <a:off x="0" y="5673436"/>
            <a:ext cx="9144000" cy="1184564"/>
            <a:chOff x="0" y="5673436"/>
            <a:chExt cx="9144000" cy="11845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9BE62DB-1716-4006-6460-414810EBC91B}"/>
                </a:ext>
              </a:extLst>
            </p:cNvPr>
            <p:cNvSpPr/>
            <p:nvPr/>
          </p:nvSpPr>
          <p:spPr>
            <a:xfrm>
              <a:off x="0" y="5673436"/>
              <a:ext cx="9144000" cy="1184564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7000"/>
                  </a:schemeClr>
                </a:gs>
                <a:gs pos="46000">
                  <a:srgbClr val="020A0E"/>
                </a:gs>
                <a:gs pos="83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1C55777-B2DD-8CD6-6A62-85DB374E664E}"/>
                </a:ext>
              </a:extLst>
            </p:cNvPr>
            <p:cNvSpPr txBox="1"/>
            <p:nvPr/>
          </p:nvSpPr>
          <p:spPr>
            <a:xfrm>
              <a:off x="0" y="5781487"/>
              <a:ext cx="2585964" cy="369332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glow rad="139700">
                      <a:schemeClr val="accent2">
                        <a:satMod val="175000"/>
                        <a:alpha val="40000"/>
                      </a:schemeClr>
                    </a:glow>
                  </a:effectLst>
                  <a:latin typeface="Aptos ExtraBold" panose="020F0502020204030204" pitchFamily="34" charset="0"/>
                </a:rPr>
                <a:t>August 2026 Memories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9EA3BDD-801C-46C4-B1D3-348C2055D56C}"/>
                </a:ext>
              </a:extLst>
            </p:cNvPr>
            <p:cNvSpPr txBox="1"/>
            <p:nvPr/>
          </p:nvSpPr>
          <p:spPr>
            <a:xfrm>
              <a:off x="2585964" y="5800790"/>
              <a:ext cx="6530444" cy="307777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effectLst/>
                  <a:latin typeface="+mj-lt"/>
                </a:rPr>
                <a:t>Hint: Click new memory to register the current chat message as a memory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0D1FA0D-D4D6-E680-A3A7-226E62234EA5}"/>
                </a:ext>
              </a:extLst>
            </p:cNvPr>
            <p:cNvSpPr/>
            <p:nvPr/>
          </p:nvSpPr>
          <p:spPr>
            <a:xfrm>
              <a:off x="85946" y="6129684"/>
              <a:ext cx="1192664" cy="21474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lumMod val="50000"/>
                  </a:schemeClr>
                </a:gs>
                <a:gs pos="100000">
                  <a:schemeClr val="accent3">
                    <a:lumMod val="50000"/>
                  </a:schemeClr>
                </a:gs>
              </a:gsLst>
            </a:gradFill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latin typeface="+mj-lt"/>
                </a:rPr>
                <a:t>New Memory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1BE3E41D-9799-E89D-5C39-81326A51ED76}"/>
                </a:ext>
              </a:extLst>
            </p:cNvPr>
            <p:cNvSpPr/>
            <p:nvPr/>
          </p:nvSpPr>
          <p:spPr>
            <a:xfrm>
              <a:off x="124806" y="6437948"/>
              <a:ext cx="327401" cy="326534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  <a:lumOff val="10000"/>
              </a:schemeClr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1400" dirty="0">
                  <a:latin typeface="Aptos ExtraBold" panose="020B0004020202020204" pitchFamily="34" charset="0"/>
                </a:rPr>
                <a:t>...</a:t>
              </a:r>
              <a:endParaRPr lang="en-US" sz="1000" dirty="0">
                <a:latin typeface="Aptos ExtraBold" panose="020B0004020202020204" pitchFamily="34" charset="0"/>
              </a:endParaRP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587CF90D-1054-471B-B89F-8DD6705CD493}"/>
                </a:ext>
              </a:extLst>
            </p:cNvPr>
            <p:cNvSpPr/>
            <p:nvPr/>
          </p:nvSpPr>
          <p:spPr>
            <a:xfrm>
              <a:off x="505690" y="6437948"/>
              <a:ext cx="8513503" cy="32653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2">
                  <a:lumMod val="75000"/>
                  <a:lumOff val="25000"/>
                </a:schemeClr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sz="1000" dirty="0">
                <a:latin typeface="Aptos ExtraBold" panose="020B0004020202020204" pitchFamily="34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7528991-3E49-0952-88F6-17E014CB1D47}"/>
              </a:ext>
            </a:extLst>
          </p:cNvPr>
          <p:cNvSpPr txBox="1"/>
          <p:nvPr/>
        </p:nvSpPr>
        <p:spPr>
          <a:xfrm>
            <a:off x="1608694" y="440097"/>
            <a:ext cx="5322194" cy="338554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effectLst/>
                <a:latin typeface="+mj-lt"/>
              </a:rPr>
              <a:t>Emilia’s Journal: Memories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317DFE0-FFFD-D7E0-9D62-7B590C2CF761}"/>
              </a:ext>
            </a:extLst>
          </p:cNvPr>
          <p:cNvSpPr/>
          <p:nvPr/>
        </p:nvSpPr>
        <p:spPr>
          <a:xfrm>
            <a:off x="2605225" y="842834"/>
            <a:ext cx="1016101" cy="265198"/>
          </a:xfrm>
          <a:prstGeom prst="roundRect">
            <a:avLst>
              <a:gd name="adj" fmla="val 50000"/>
            </a:avLst>
          </a:prstGeom>
          <a:solidFill>
            <a:schemeClr val="tx2">
              <a:lumMod val="25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Memories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9F40A7-897A-288A-2051-A3AC493801A8}"/>
              </a:ext>
            </a:extLst>
          </p:cNvPr>
          <p:cNvSpPr/>
          <p:nvPr/>
        </p:nvSpPr>
        <p:spPr>
          <a:xfrm>
            <a:off x="5791201" y="842834"/>
            <a:ext cx="1139688" cy="265198"/>
          </a:xfrm>
          <a:prstGeom prst="roundRect">
            <a:avLst>
              <a:gd name="adj" fmla="val 35009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Filter: None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5042FE-A8FA-47B3-810E-5E45600C9E66}"/>
              </a:ext>
            </a:extLst>
          </p:cNvPr>
          <p:cNvCxnSpPr>
            <a:cxnSpLocks/>
          </p:cNvCxnSpPr>
          <p:nvPr/>
        </p:nvCxnSpPr>
        <p:spPr>
          <a:xfrm>
            <a:off x="3727342" y="975433"/>
            <a:ext cx="2063858" cy="0"/>
          </a:xfrm>
          <a:prstGeom prst="line">
            <a:avLst/>
          </a:prstGeom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A2128AF-2149-33EA-4AB4-7622701C7C12}"/>
              </a:ext>
            </a:extLst>
          </p:cNvPr>
          <p:cNvSpPr/>
          <p:nvPr/>
        </p:nvSpPr>
        <p:spPr>
          <a:xfrm>
            <a:off x="1621946" y="842834"/>
            <a:ext cx="848278" cy="265198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Tasks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0E3A9F-91F1-24A5-2218-748EE903F1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88" b="89872" l="3190" r="95136">
                        <a14:foregroundMark x1="4944" y1="13397" x2="75040" y2="15550"/>
                        <a14:foregroundMark x1="75040" y1="15550" x2="91069" y2="21770"/>
                        <a14:foregroundMark x1="91069" y1="21770" x2="94099" y2="70813"/>
                        <a14:foregroundMark x1="94099" y1="70813" x2="81340" y2="83892"/>
                        <a14:foregroundMark x1="81340" y1="83892" x2="13238" y2="86284"/>
                        <a14:foregroundMark x1="13238" y1="86284" x2="3190" y2="16188"/>
                        <a14:foregroundMark x1="15710" y1="15630" x2="32297" y2="39075"/>
                        <a14:foregroundMark x1="32297" y1="39075" x2="64753" y2="53270"/>
                        <a14:foregroundMark x1="64753" y1="53270" x2="69856" y2="46571"/>
                        <a14:foregroundMark x1="34450" y1="26954" x2="80542" y2="25439"/>
                        <a14:foregroundMark x1="80542" y1="25439" x2="84928" y2="27592"/>
                        <a14:foregroundMark x1="95136" y1="13078" x2="94577" y2="34370"/>
                        <a14:foregroundMark x1="89155" y1="67544" x2="41547" y2="42584"/>
                        <a14:foregroundMark x1="23923" y1="57895" x2="45774" y2="68660"/>
                        <a14:foregroundMark x1="45774" y1="68660" x2="64753" y2="71531"/>
                        <a14:foregroundMark x1="24482" y1="40032" x2="51754" y2="66427"/>
                        <a14:foregroundMark x1="12839" y1="29825" x2="45215" y2="77193"/>
                        <a14:foregroundMark x1="7735" y1="36922" x2="22488" y2="74960"/>
                        <a14:foregroundMark x1="7177" y1="41467" x2="43222" y2="84051"/>
                        <a14:foregroundMark x1="6858" y1="58772" x2="6619" y2="80941"/>
                        <a14:foregroundMark x1="4944" y1="80941" x2="12600" y2="85486"/>
                        <a14:foregroundMark x1="21053" y1="81738" x2="29027" y2="68979"/>
                        <a14:foregroundMark x1="10287" y1="29825" x2="21053" y2="35247"/>
                        <a14:foregroundMark x1="30144" y1="25837" x2="62281" y2="36603"/>
                        <a14:foregroundMark x1="62281" y1="36603" x2="79426" y2="48565"/>
                        <a14:foregroundMark x1="79426" y1="48565" x2="84370" y2="58453"/>
                        <a14:foregroundMark x1="75279" y1="74402" x2="48644" y2="77831"/>
                        <a14:foregroundMark x1="48644" y1="77831" x2="66188" y2="71691"/>
                        <a14:foregroundMark x1="66188" y1="71691" x2="51196" y2="56300"/>
                        <a14:foregroundMark x1="51196" y1="56300" x2="48644" y2="55104"/>
                        <a14:foregroundMark x1="62520" y1="58772" x2="80223" y2="79346"/>
                        <a14:foregroundMark x1="80223" y1="79346" x2="62121" y2="67703"/>
                        <a14:foregroundMark x1="62121" y1="67703" x2="57416" y2="56778"/>
                        <a14:foregroundMark x1="60207" y1="45136" x2="21930" y2="28947"/>
                        <a14:foregroundMark x1="86364" y1="23604" x2="85965" y2="71850"/>
                        <a14:foregroundMark x1="85965" y1="71850" x2="86045" y2="70654"/>
                        <a14:foregroundMark x1="84928" y1="45136" x2="66188" y2="31499"/>
                        <a14:foregroundMark x1="80941" y1="34689" x2="75279" y2="33812"/>
                        <a14:foregroundMark x1="75279" y1="62759" x2="76396" y2="71850"/>
                        <a14:foregroundMark x1="89155" y1="80303" x2="90032" y2="82297"/>
                        <a14:foregroundMark x1="91467" y1="78947" x2="91467" y2="83732"/>
                        <a14:foregroundMark x1="93142" y1="77512" x2="93700" y2="8229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8314" y="1065780"/>
            <a:ext cx="2138513" cy="21385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501D154-172C-80FC-E042-91EADB65D98F}"/>
              </a:ext>
            </a:extLst>
          </p:cNvPr>
          <p:cNvSpPr txBox="1"/>
          <p:nvPr/>
        </p:nvSpPr>
        <p:spPr>
          <a:xfrm>
            <a:off x="1806292" y="1210495"/>
            <a:ext cx="1468672" cy="369332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  <a:latin typeface="Aptos ExtraBold" panose="020F0502020204030204" pitchFamily="34" charset="0"/>
              </a:rPr>
              <a:t>August 2026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048646-473C-F507-DCBA-DA5CC689F639}"/>
              </a:ext>
            </a:extLst>
          </p:cNvPr>
          <p:cNvSpPr/>
          <p:nvPr/>
        </p:nvSpPr>
        <p:spPr>
          <a:xfrm>
            <a:off x="2371469" y="1916957"/>
            <a:ext cx="272501" cy="26519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74D0F5-F55E-5598-A856-7794C9915735}"/>
              </a:ext>
            </a:extLst>
          </p:cNvPr>
          <p:cNvSpPr/>
          <p:nvPr/>
        </p:nvSpPr>
        <p:spPr>
          <a:xfrm>
            <a:off x="2951975" y="2166657"/>
            <a:ext cx="272501" cy="26519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4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12F89F4-1500-FC97-22FD-750A5DD3C3EC}"/>
              </a:ext>
            </a:extLst>
          </p:cNvPr>
          <p:cNvSpPr/>
          <p:nvPr/>
        </p:nvSpPr>
        <p:spPr>
          <a:xfrm>
            <a:off x="3232882" y="1646391"/>
            <a:ext cx="272501" cy="265198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2">
                    <a:lumMod val="90000"/>
                  </a:schemeClr>
                </a:solidFill>
                <a:latin typeface="+mj-lt"/>
              </a:rPr>
              <a:t>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FE68399-F407-079D-3E71-167534D3ADBA}"/>
              </a:ext>
            </a:extLst>
          </p:cNvPr>
          <p:cNvCxnSpPr>
            <a:cxnSpLocks/>
          </p:cNvCxnSpPr>
          <p:nvPr/>
        </p:nvCxnSpPr>
        <p:spPr>
          <a:xfrm>
            <a:off x="1806292" y="3204293"/>
            <a:ext cx="5222189" cy="0"/>
          </a:xfrm>
          <a:prstGeom prst="line">
            <a:avLst/>
          </a:prstGeom>
          <a:ln>
            <a:solidFill>
              <a:schemeClr val="tx2">
                <a:lumMod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9A70D3-4693-53F0-A055-DA9C927E4B16}"/>
              </a:ext>
            </a:extLst>
          </p:cNvPr>
          <p:cNvSpPr txBox="1"/>
          <p:nvPr/>
        </p:nvSpPr>
        <p:spPr>
          <a:xfrm>
            <a:off x="1806292" y="3284716"/>
            <a:ext cx="4990278" cy="846386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August 5th</a:t>
            </a:r>
            <a:r>
              <a:rPr lang="en-US" sz="1100" dirty="0">
                <a:effectLst/>
              </a:rPr>
              <a:t>: I met Molly! I need to clean the litter box.</a:t>
            </a:r>
          </a:p>
          <a:p>
            <a:endParaRPr lang="en-US" sz="1100" dirty="0">
              <a:effectLst/>
            </a:endParaRPr>
          </a:p>
          <a:p>
            <a:r>
              <a:rPr lang="en-US" sz="11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August 12</a:t>
            </a:r>
            <a:r>
              <a:rPr lang="en-US" sz="1100" baseline="300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</a:t>
            </a:r>
            <a:r>
              <a:rPr lang="en-US" sz="1100" dirty="0"/>
              <a:t>: If I want to clean the litter box I must leave the house, but the doors are locked! I found maybe the keys are in the basement….</a:t>
            </a:r>
            <a:r>
              <a:rPr lang="en-US" sz="1600" dirty="0">
                <a:effectLst/>
              </a:rPr>
              <a:t>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0C3C94-7B0B-E16C-4D5F-A25567B919DA}"/>
              </a:ext>
            </a:extLst>
          </p:cNvPr>
          <p:cNvSpPr txBox="1"/>
          <p:nvPr/>
        </p:nvSpPr>
        <p:spPr>
          <a:xfrm>
            <a:off x="3863876" y="1257365"/>
            <a:ext cx="2868109" cy="830997"/>
          </a:xfrm>
          <a:prstGeom prst="rect">
            <a:avLst/>
          </a:prstGeom>
          <a:noFill/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sz="1600" dirty="0">
                <a:effectLst/>
                <a:latin typeface="+mj-lt"/>
              </a:rPr>
              <a:t>New Cards: 10 </a:t>
            </a:r>
            <a:r>
              <a:rPr lang="en-US" sz="1050" b="1" dirty="0">
                <a:effectLst/>
                <a:latin typeface="+mj-lt"/>
              </a:rPr>
              <a:t>⭐record!</a:t>
            </a:r>
          </a:p>
          <a:p>
            <a:r>
              <a:rPr lang="en-US" sz="1600" dirty="0">
                <a:effectLst/>
                <a:latin typeface="+mj-lt"/>
              </a:rPr>
              <a:t>New Peeps: 1</a:t>
            </a:r>
          </a:p>
          <a:p>
            <a:r>
              <a:rPr lang="en-US" sz="1600" dirty="0">
                <a:effectLst/>
                <a:latin typeface="+mj-lt"/>
              </a:rPr>
              <a:t>Done Tasks: 0 </a:t>
            </a:r>
          </a:p>
        </p:txBody>
      </p:sp>
    </p:spTree>
    <p:extLst>
      <p:ext uri="{BB962C8B-B14F-4D97-AF65-F5344CB8AC3E}">
        <p14:creationId xmlns:p14="http://schemas.microsoft.com/office/powerpoint/2010/main" val="10917590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394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Custom 4">
      <a:majorFont>
        <a:latin typeface="Grandview"/>
        <a:ea typeface=""/>
        <a:cs typeface=""/>
      </a:majorFont>
      <a:minorFont>
        <a:latin typeface="Kermi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6014</TotalTime>
  <Words>772</Words>
  <Application>Microsoft Office PowerPoint</Application>
  <PresentationFormat>On-screen Show (4:3)</PresentationFormat>
  <Paragraphs>280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Abadi</vt:lpstr>
      <vt:lpstr>Aharoni</vt:lpstr>
      <vt:lpstr>Aptos</vt:lpstr>
      <vt:lpstr>Aptos Black</vt:lpstr>
      <vt:lpstr>Aptos ExtraBold</vt:lpstr>
      <vt:lpstr>Aptos Mono</vt:lpstr>
      <vt:lpstr>Arial</vt:lpstr>
      <vt:lpstr>Dreaming Outloud Pro</vt:lpstr>
      <vt:lpstr>Grandview</vt:lpstr>
      <vt:lpstr>Kermit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Febretti</dc:creator>
  <cp:lastModifiedBy>Alessandro Febretti</cp:lastModifiedBy>
  <cp:revision>24</cp:revision>
  <dcterms:created xsi:type="dcterms:W3CDTF">2026-05-29T02:41:18Z</dcterms:created>
  <dcterms:modified xsi:type="dcterms:W3CDTF">2026-09-22T18:43:04Z</dcterms:modified>
</cp:coreProperties>
</file>