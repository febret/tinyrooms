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7" r:id="rId3"/>
    <p:sldId id="266" r:id="rId4"/>
    <p:sldId id="268" r:id="rId5"/>
    <p:sldId id="269" r:id="rId6"/>
    <p:sldId id="263" r:id="rId7"/>
    <p:sldId id="264" r:id="rId8"/>
    <p:sldId id="271" r:id="rId9"/>
    <p:sldId id="27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449" autoAdjust="0"/>
  </p:normalViewPr>
  <p:slideViewPr>
    <p:cSldViewPr snapToGrid="0">
      <p:cViewPr varScale="1">
        <p:scale>
          <a:sx n="130" d="100"/>
          <a:sy n="130" d="100"/>
        </p:scale>
        <p:origin x="9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5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6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flip="none" rotWithShape="1">
          <a:gsLst>
            <a:gs pos="0">
              <a:schemeClr val="accent1">
                <a:lumMod val="50000"/>
              </a:schemeClr>
            </a:gs>
            <a:gs pos="61000">
              <a:schemeClr val="accent1">
                <a:lumMod val="50000"/>
              </a:schemeClr>
            </a:gs>
            <a:gs pos="95000">
              <a:srgbClr val="030E12"/>
            </a:gs>
            <a:gs pos="100000">
              <a:schemeClr val="tx2">
                <a:lumMod val="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28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99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4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4A67C2C-7E86-4B30-8CED-AEA1033FDA7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7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7" r:id="rId4"/>
    <p:sldLayoutId id="2147483678" r:id="rId5"/>
    <p:sldLayoutId id="2147483684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microsoft.com/office/2007/relationships/hdphoto" Target="../media/hdphoto3.wdp"/><Relationship Id="rId5" Type="http://schemas.microsoft.com/office/2007/relationships/hdphoto" Target="../media/hdphoto2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12.png"/><Relationship Id="rId4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microsoft.com/office/2007/relationships/hdphoto" Target="../media/hdphoto7.wdp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microsoft.com/office/2007/relationships/hdphoto" Target="../media/hdphoto10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microsoft.com/office/2007/relationships/hdphoto" Target="../media/hdphoto1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AFECA5-3A61-A4F3-64D4-5742F4304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25" b="97852" l="4102" r="97754">
                        <a14:foregroundMark x1="5273" y1="3060" x2="30273" y2="3385"/>
                        <a14:foregroundMark x1="30273" y1="3385" x2="64844" y2="2148"/>
                        <a14:foregroundMark x1="64844" y1="2148" x2="87695" y2="3125"/>
                        <a14:foregroundMark x1="87695" y1="3125" x2="94727" y2="8594"/>
                        <a14:foregroundMark x1="94727" y1="8594" x2="90625" y2="97005"/>
                        <a14:foregroundMark x1="90625" y1="97005" x2="10938" y2="96615"/>
                        <a14:foregroundMark x1="10938" y1="96615" x2="4590" y2="60938"/>
                        <a14:foregroundMark x1="4590" y1="60938" x2="4102" y2="3255"/>
                        <a14:foregroundMark x1="83984" y1="5729" x2="24219" y2="5143"/>
                        <a14:foregroundMark x1="24219" y1="5143" x2="10156" y2="10026"/>
                        <a14:foregroundMark x1="10156" y1="10026" x2="8203" y2="85938"/>
                        <a14:foregroundMark x1="8203" y1="85938" x2="9961" y2="92904"/>
                        <a14:foregroundMark x1="9961" y1="92904" x2="69141" y2="94727"/>
                        <a14:foregroundMark x1="69141" y1="94727" x2="79883" y2="94206"/>
                        <a14:foregroundMark x1="79883" y1="94206" x2="87109" y2="91211"/>
                        <a14:foregroundMark x1="54102" y1="6901" x2="70410" y2="6576"/>
                        <a14:foregroundMark x1="70410" y1="6576" x2="81641" y2="6901"/>
                        <a14:foregroundMark x1="81641" y1="6901" x2="91016" y2="15885"/>
                        <a14:foregroundMark x1="91016" y1="15885" x2="90723" y2="47070"/>
                        <a14:foregroundMark x1="79395" y1="8203" x2="19434" y2="7096"/>
                        <a14:foregroundMark x1="3613" y1="66536" x2="4102" y2="89779"/>
                        <a14:foregroundMark x1="4102" y1="89779" x2="10840" y2="97461"/>
                        <a14:foregroundMark x1="10840" y1="97461" x2="74902" y2="98307"/>
                        <a14:foregroundMark x1="74902" y1="98307" x2="89063" y2="96810"/>
                        <a14:foregroundMark x1="89063" y1="96810" x2="97070" y2="88542"/>
                        <a14:foregroundMark x1="97070" y1="88542" x2="97754" y2="80794"/>
                        <a14:foregroundMark x1="18164" y1="92513" x2="48145" y2="93490"/>
                        <a14:foregroundMark x1="48145" y1="93490" x2="77832" y2="91341"/>
                        <a14:foregroundMark x1="91406" y1="97852" x2="10156" y2="97786"/>
                        <a14:foregroundMark x1="89844" y1="55534" x2="90137" y2="80078"/>
                        <a14:foregroundMark x1="96191" y1="77669" x2="96387" y2="199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982" y="1234200"/>
            <a:ext cx="1816402" cy="2724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34E8F-8C5C-49DD-33B0-DE59FCD70B6C}"/>
              </a:ext>
            </a:extLst>
          </p:cNvPr>
          <p:cNvSpPr txBox="1"/>
          <p:nvPr/>
        </p:nvSpPr>
        <p:spPr>
          <a:xfrm>
            <a:off x="96982" y="131618"/>
            <a:ext cx="3514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Card Face Designs – Core Cards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5E291F-4C9B-3959-9170-8CF65FE1E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37" b="98763" l="2344" r="98047">
                        <a14:foregroundMark x1="4395" y1="2409" x2="24902" y2="2344"/>
                        <a14:foregroundMark x1="24902" y1="2344" x2="81543" y2="2539"/>
                        <a14:foregroundMark x1="81543" y1="2539" x2="91895" y2="14453"/>
                        <a14:foregroundMark x1="91895" y1="14453" x2="95801" y2="88216"/>
                        <a14:foregroundMark x1="95801" y1="88216" x2="77832" y2="97982"/>
                        <a14:foregroundMark x1="77832" y1="97982" x2="15234" y2="94857"/>
                        <a14:foregroundMark x1="15234" y1="94857" x2="5273" y2="85677"/>
                        <a14:foregroundMark x1="5273" y1="85677" x2="3516" y2="3516"/>
                        <a14:foregroundMark x1="3516" y1="3516" x2="3906" y2="2930"/>
                        <a14:foregroundMark x1="6641" y1="1237" x2="3223" y2="4036"/>
                        <a14:foregroundMark x1="95020" y1="2539" x2="96191" y2="17383"/>
                        <a14:foregroundMark x1="94727" y1="92513" x2="8203" y2="95573"/>
                        <a14:foregroundMark x1="7715" y1="28906" x2="12891" y2="29818"/>
                        <a14:foregroundMark x1="24219" y1="6380" x2="52246" y2="4753"/>
                        <a14:foregroundMark x1="14355" y1="1823" x2="33887" y2="2148"/>
                        <a14:foregroundMark x1="33887" y1="2148" x2="41992" y2="1302"/>
                        <a14:foregroundMark x1="2734" y1="4167" x2="2832" y2="14779"/>
                        <a14:foregroundMark x1="2832" y1="86263" x2="3027" y2="69987"/>
                        <a14:foregroundMark x1="9082" y1="98177" x2="2734" y2="91927"/>
                        <a14:foregroundMark x1="2734" y1="91927" x2="2734" y2="91602"/>
                        <a14:foregroundMark x1="2734" y1="52799" x2="2539" y2="59505"/>
                        <a14:foregroundMark x1="2734" y1="15169" x2="2734" y2="51497"/>
                        <a14:foregroundMark x1="30273" y1="5729" x2="48438" y2="7227"/>
                        <a14:foregroundMark x1="48438" y1="7227" x2="48047" y2="7096"/>
                        <a14:foregroundMark x1="41699" y1="1497" x2="65871" y2="767"/>
                        <a14:foregroundMark x1="74981" y1="824" x2="95703" y2="2409"/>
                        <a14:foregroundMark x1="95703" y1="2409" x2="96973" y2="7096"/>
                        <a14:foregroundMark x1="98047" y1="46029" x2="97168" y2="30078"/>
                        <a14:foregroundMark x1="97461" y1="8008" x2="97266" y2="30924"/>
                        <a14:foregroundMark x1="97754" y1="45768" x2="96875" y2="94271"/>
                        <a14:foregroundMark x1="96875" y1="94271" x2="82715" y2="98763"/>
                        <a14:foregroundMark x1="82715" y1="98763" x2="8691" y2="98047"/>
                        <a14:foregroundMark x1="8691" y1="98047" x2="2539" y2="92383"/>
                        <a14:foregroundMark x1="2539" y1="92383" x2="3027" y2="91797"/>
                        <a14:backgroundMark x1="74512" y1="326" x2="65332" y2="1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0" y="96266"/>
            <a:ext cx="718902" cy="107835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79D8476-8DDD-0FAB-5936-92EB993F9B15}"/>
              </a:ext>
            </a:extLst>
          </p:cNvPr>
          <p:cNvGrpSpPr/>
          <p:nvPr/>
        </p:nvGrpSpPr>
        <p:grpSpPr>
          <a:xfrm>
            <a:off x="96982" y="4105685"/>
            <a:ext cx="1816402" cy="2724604"/>
            <a:chOff x="96982" y="4105685"/>
            <a:chExt cx="1816402" cy="272460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D69F06D-978C-CB26-0D0C-D1347A349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125" b="97852" l="4102" r="97754">
                          <a14:foregroundMark x1="5273" y1="3060" x2="30273" y2="3385"/>
                          <a14:foregroundMark x1="30273" y1="3385" x2="64844" y2="2148"/>
                          <a14:foregroundMark x1="64844" y1="2148" x2="87695" y2="3125"/>
                          <a14:foregroundMark x1="87695" y1="3125" x2="94727" y2="8594"/>
                          <a14:foregroundMark x1="94727" y1="8594" x2="90625" y2="97005"/>
                          <a14:foregroundMark x1="90625" y1="97005" x2="10938" y2="96615"/>
                          <a14:foregroundMark x1="10938" y1="96615" x2="4590" y2="60938"/>
                          <a14:foregroundMark x1="4590" y1="60938" x2="4102" y2="3255"/>
                          <a14:foregroundMark x1="83984" y1="5729" x2="24219" y2="5143"/>
                          <a14:foregroundMark x1="24219" y1="5143" x2="10156" y2="10026"/>
                          <a14:foregroundMark x1="10156" y1="10026" x2="8203" y2="85938"/>
                          <a14:foregroundMark x1="8203" y1="85938" x2="9961" y2="92904"/>
                          <a14:foregroundMark x1="9961" y1="92904" x2="69141" y2="94727"/>
                          <a14:foregroundMark x1="69141" y1="94727" x2="79883" y2="94206"/>
                          <a14:foregroundMark x1="79883" y1="94206" x2="87109" y2="91211"/>
                          <a14:foregroundMark x1="54102" y1="6901" x2="70410" y2="6576"/>
                          <a14:foregroundMark x1="70410" y1="6576" x2="81641" y2="6901"/>
                          <a14:foregroundMark x1="81641" y1="6901" x2="91016" y2="15885"/>
                          <a14:foregroundMark x1="91016" y1="15885" x2="90723" y2="47070"/>
                          <a14:foregroundMark x1="79395" y1="8203" x2="19434" y2="7096"/>
                          <a14:foregroundMark x1="3613" y1="66536" x2="4102" y2="89779"/>
                          <a14:foregroundMark x1="4102" y1="89779" x2="10840" y2="97461"/>
                          <a14:foregroundMark x1="10840" y1="97461" x2="74902" y2="98307"/>
                          <a14:foregroundMark x1="74902" y1="98307" x2="89063" y2="96810"/>
                          <a14:foregroundMark x1="89063" y1="96810" x2="97070" y2="88542"/>
                          <a14:foregroundMark x1="97070" y1="88542" x2="97754" y2="80794"/>
                          <a14:foregroundMark x1="18164" y1="92513" x2="48145" y2="93490"/>
                          <a14:foregroundMark x1="48145" y1="93490" x2="77832" y2="91341"/>
                          <a14:foregroundMark x1="91406" y1="97852" x2="10156" y2="97786"/>
                          <a14:foregroundMark x1="89844" y1="55534" x2="90137" y2="80078"/>
                          <a14:foregroundMark x1="96191" y1="77669" x2="96387" y2="1992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982" y="4105685"/>
              <a:ext cx="1816402" cy="272460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28433-5015-8FF6-2D35-0CBD1DE54E8B}"/>
                </a:ext>
              </a:extLst>
            </p:cNvPr>
            <p:cNvSpPr txBox="1"/>
            <p:nvPr/>
          </p:nvSpPr>
          <p:spPr>
            <a:xfrm>
              <a:off x="336701" y="4526806"/>
              <a:ext cx="13369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ptos Narrow" panose="020B0004020202020204" pitchFamily="34" charset="0"/>
                </a:rPr>
                <a:t>Room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1601B66-4990-76B6-FB8F-13A251D47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rcRect l="33789" t="8067" r="31742" b="23409"/>
            <a:stretch>
              <a:fillRect/>
            </a:stretch>
          </p:blipFill>
          <p:spPr>
            <a:xfrm>
              <a:off x="191548" y="4526806"/>
              <a:ext cx="1627269" cy="2156602"/>
            </a:xfrm>
            <a:prstGeom prst="ellipse">
              <a:avLst/>
            </a:prstGeom>
            <a:ln>
              <a:noFill/>
            </a:ln>
            <a:effectLst>
              <a:softEdge rad="482600"/>
            </a:effec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FAD5AA5-2E94-D8CF-6739-D60E3DE7A6A6}"/>
              </a:ext>
            </a:extLst>
          </p:cNvPr>
          <p:cNvGrpSpPr/>
          <p:nvPr/>
        </p:nvGrpSpPr>
        <p:grpSpPr>
          <a:xfrm>
            <a:off x="3893126" y="4105685"/>
            <a:ext cx="1816402" cy="2724604"/>
            <a:chOff x="3893126" y="4105685"/>
            <a:chExt cx="1816402" cy="272460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85D7932-A97A-C367-7B21-78D6A3627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125" b="97852" l="4102" r="97754">
                          <a14:foregroundMark x1="5273" y1="3060" x2="30273" y2="3385"/>
                          <a14:foregroundMark x1="30273" y1="3385" x2="64844" y2="2148"/>
                          <a14:foregroundMark x1="64844" y1="2148" x2="87695" y2="3125"/>
                          <a14:foregroundMark x1="87695" y1="3125" x2="94727" y2="8594"/>
                          <a14:foregroundMark x1="94727" y1="8594" x2="90625" y2="97005"/>
                          <a14:foregroundMark x1="90625" y1="97005" x2="10938" y2="96615"/>
                          <a14:foregroundMark x1="10938" y1="96615" x2="4590" y2="60938"/>
                          <a14:foregroundMark x1="4590" y1="60938" x2="4102" y2="3255"/>
                          <a14:foregroundMark x1="83984" y1="5729" x2="24219" y2="5143"/>
                          <a14:foregroundMark x1="24219" y1="5143" x2="10156" y2="10026"/>
                          <a14:foregroundMark x1="10156" y1="10026" x2="8203" y2="85938"/>
                          <a14:foregroundMark x1="8203" y1="85938" x2="9961" y2="92904"/>
                          <a14:foregroundMark x1="9961" y1="92904" x2="69141" y2="94727"/>
                          <a14:foregroundMark x1="69141" y1="94727" x2="79883" y2="94206"/>
                          <a14:foregroundMark x1="79883" y1="94206" x2="87109" y2="91211"/>
                          <a14:foregroundMark x1="54102" y1="6901" x2="70410" y2="6576"/>
                          <a14:foregroundMark x1="70410" y1="6576" x2="81641" y2="6901"/>
                          <a14:foregroundMark x1="81641" y1="6901" x2="91016" y2="15885"/>
                          <a14:foregroundMark x1="91016" y1="15885" x2="90723" y2="47070"/>
                          <a14:foregroundMark x1="79395" y1="8203" x2="19434" y2="7096"/>
                          <a14:foregroundMark x1="3613" y1="66536" x2="4102" y2="89779"/>
                          <a14:foregroundMark x1="4102" y1="89779" x2="10840" y2="97461"/>
                          <a14:foregroundMark x1="10840" y1="97461" x2="74902" y2="98307"/>
                          <a14:foregroundMark x1="74902" y1="98307" x2="89063" y2="96810"/>
                          <a14:foregroundMark x1="89063" y1="96810" x2="97070" y2="88542"/>
                          <a14:foregroundMark x1="97070" y1="88542" x2="97754" y2="80794"/>
                          <a14:foregroundMark x1="18164" y1="92513" x2="48145" y2="93490"/>
                          <a14:foregroundMark x1="48145" y1="93490" x2="77832" y2="91341"/>
                          <a14:foregroundMark x1="91406" y1="97852" x2="10156" y2="97786"/>
                          <a14:foregroundMark x1="89844" y1="55534" x2="90137" y2="80078"/>
                          <a14:foregroundMark x1="96191" y1="77669" x2="96387" y2="1992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93126" y="4105685"/>
              <a:ext cx="1816402" cy="272460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45FB3DB-924D-1167-E14F-11EA554D0BD7}"/>
                </a:ext>
              </a:extLst>
            </p:cNvPr>
            <p:cNvSpPr txBox="1"/>
            <p:nvPr/>
          </p:nvSpPr>
          <p:spPr>
            <a:xfrm>
              <a:off x="4132845" y="4526806"/>
              <a:ext cx="13369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ptos Narrow" panose="020B0004020202020204" pitchFamily="34" charset="0"/>
                </a:rPr>
                <a:t>Emotes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333D6DF-7CE6-5FA7-D847-E3992F6B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85000"/>
            </a:blip>
            <a:srcRect l="22727" t="17779" r="23334" b="22322"/>
            <a:stretch>
              <a:fillRect/>
            </a:stretch>
          </p:blipFill>
          <p:spPr>
            <a:xfrm>
              <a:off x="3893126" y="4967081"/>
              <a:ext cx="1652933" cy="1835560"/>
            </a:xfrm>
            <a:prstGeom prst="ellipse">
              <a:avLst/>
            </a:prstGeom>
            <a:ln>
              <a:noFill/>
            </a:ln>
            <a:effectLst>
              <a:softEdge rad="317500"/>
            </a:effectLst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88955298-DBFE-583D-A142-0A402FC3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25" b="97852" l="4102" r="97754">
                        <a14:foregroundMark x1="5273" y1="3060" x2="30273" y2="3385"/>
                        <a14:foregroundMark x1="30273" y1="3385" x2="64844" y2="2148"/>
                        <a14:foregroundMark x1="64844" y1="2148" x2="87695" y2="3125"/>
                        <a14:foregroundMark x1="87695" y1="3125" x2="94727" y2="8594"/>
                        <a14:foregroundMark x1="94727" y1="8594" x2="90625" y2="97005"/>
                        <a14:foregroundMark x1="90625" y1="97005" x2="10938" y2="96615"/>
                        <a14:foregroundMark x1="10938" y1="96615" x2="4590" y2="60938"/>
                        <a14:foregroundMark x1="4590" y1="60938" x2="4102" y2="3255"/>
                        <a14:foregroundMark x1="83984" y1="5729" x2="24219" y2="5143"/>
                        <a14:foregroundMark x1="24219" y1="5143" x2="10156" y2="10026"/>
                        <a14:foregroundMark x1="10156" y1="10026" x2="8203" y2="85938"/>
                        <a14:foregroundMark x1="8203" y1="85938" x2="9961" y2="92904"/>
                        <a14:foregroundMark x1="9961" y1="92904" x2="69141" y2="94727"/>
                        <a14:foregroundMark x1="69141" y1="94727" x2="79883" y2="94206"/>
                        <a14:foregroundMark x1="79883" y1="94206" x2="87109" y2="91211"/>
                        <a14:foregroundMark x1="54102" y1="6901" x2="70410" y2="6576"/>
                        <a14:foregroundMark x1="70410" y1="6576" x2="81641" y2="6901"/>
                        <a14:foregroundMark x1="81641" y1="6901" x2="91016" y2="15885"/>
                        <a14:foregroundMark x1="91016" y1="15885" x2="90723" y2="47070"/>
                        <a14:foregroundMark x1="79395" y1="8203" x2="19434" y2="7096"/>
                        <a14:foregroundMark x1="3613" y1="66536" x2="4102" y2="89779"/>
                        <a14:foregroundMark x1="4102" y1="89779" x2="10840" y2="97461"/>
                        <a14:foregroundMark x1="10840" y1="97461" x2="74902" y2="98307"/>
                        <a14:foregroundMark x1="74902" y1="98307" x2="89063" y2="96810"/>
                        <a14:foregroundMark x1="89063" y1="96810" x2="97070" y2="88542"/>
                        <a14:foregroundMark x1="97070" y1="88542" x2="97754" y2="80794"/>
                        <a14:foregroundMark x1="18164" y1="92513" x2="48145" y2="93490"/>
                        <a14:foregroundMark x1="48145" y1="93490" x2="77832" y2="91341"/>
                        <a14:foregroundMark x1="91406" y1="97852" x2="10156" y2="97786"/>
                        <a14:foregroundMark x1="89844" y1="55534" x2="90137" y2="80078"/>
                        <a14:foregroundMark x1="96191" y1="77669" x2="96387" y2="199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85778" y="4105685"/>
            <a:ext cx="1816402" cy="27246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8C50FFB-5FBE-F5C5-0CCA-BA67FC8B787C}"/>
              </a:ext>
            </a:extLst>
          </p:cNvPr>
          <p:cNvSpPr txBox="1"/>
          <p:nvPr/>
        </p:nvSpPr>
        <p:spPr>
          <a:xfrm>
            <a:off x="5928466" y="4526806"/>
            <a:ext cx="1511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ptos Narrow" panose="020B0004020202020204" pitchFamily="34" charset="0"/>
              </a:rPr>
              <a:t>Inventory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A549B04-B6F9-A63E-408C-3EC1800801C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rcRect l="3570" t="739" r="10460" b="6566"/>
          <a:stretch>
            <a:fillRect/>
          </a:stretch>
        </p:blipFill>
        <p:spPr>
          <a:xfrm>
            <a:off x="5849623" y="4985020"/>
            <a:ext cx="1669112" cy="1799681"/>
          </a:xfrm>
          <a:prstGeom prst="ellipse">
            <a:avLst/>
          </a:prstGeom>
          <a:noFill/>
          <a:ln>
            <a:noFill/>
          </a:ln>
          <a:effectLst>
            <a:softEdge rad="317500"/>
          </a:effec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673D699-4B60-7D23-4329-6B46C2407769}"/>
              </a:ext>
            </a:extLst>
          </p:cNvPr>
          <p:cNvGrpSpPr/>
          <p:nvPr/>
        </p:nvGrpSpPr>
        <p:grpSpPr>
          <a:xfrm>
            <a:off x="1995054" y="4105685"/>
            <a:ext cx="1816402" cy="2724604"/>
            <a:chOff x="1995054" y="4105685"/>
            <a:chExt cx="1816402" cy="272460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2EA9F30-6ED7-368F-A76F-4D9B8350C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125" b="97852" l="4102" r="97754">
                          <a14:foregroundMark x1="5273" y1="3060" x2="30273" y2="3385"/>
                          <a14:foregroundMark x1="30273" y1="3385" x2="64844" y2="2148"/>
                          <a14:foregroundMark x1="64844" y1="2148" x2="87695" y2="3125"/>
                          <a14:foregroundMark x1="87695" y1="3125" x2="94727" y2="8594"/>
                          <a14:foregroundMark x1="94727" y1="8594" x2="90625" y2="97005"/>
                          <a14:foregroundMark x1="90625" y1="97005" x2="10938" y2="96615"/>
                          <a14:foregroundMark x1="10938" y1="96615" x2="4590" y2="60938"/>
                          <a14:foregroundMark x1="4590" y1="60938" x2="4102" y2="3255"/>
                          <a14:foregroundMark x1="83984" y1="5729" x2="24219" y2="5143"/>
                          <a14:foregroundMark x1="24219" y1="5143" x2="10156" y2="10026"/>
                          <a14:foregroundMark x1="10156" y1="10026" x2="8203" y2="85938"/>
                          <a14:foregroundMark x1="8203" y1="85938" x2="9961" y2="92904"/>
                          <a14:foregroundMark x1="9961" y1="92904" x2="69141" y2="94727"/>
                          <a14:foregroundMark x1="69141" y1="94727" x2="79883" y2="94206"/>
                          <a14:foregroundMark x1="79883" y1="94206" x2="87109" y2="91211"/>
                          <a14:foregroundMark x1="54102" y1="6901" x2="70410" y2="6576"/>
                          <a14:foregroundMark x1="70410" y1="6576" x2="81641" y2="6901"/>
                          <a14:foregroundMark x1="81641" y1="6901" x2="91016" y2="15885"/>
                          <a14:foregroundMark x1="91016" y1="15885" x2="90723" y2="47070"/>
                          <a14:foregroundMark x1="79395" y1="8203" x2="19434" y2="7096"/>
                          <a14:foregroundMark x1="3613" y1="66536" x2="4102" y2="89779"/>
                          <a14:foregroundMark x1="4102" y1="89779" x2="10840" y2="97461"/>
                          <a14:foregroundMark x1="10840" y1="97461" x2="74902" y2="98307"/>
                          <a14:foregroundMark x1="74902" y1="98307" x2="89063" y2="96810"/>
                          <a14:foregroundMark x1="89063" y1="96810" x2="97070" y2="88542"/>
                          <a14:foregroundMark x1="97070" y1="88542" x2="97754" y2="80794"/>
                          <a14:foregroundMark x1="18164" y1="92513" x2="48145" y2="93490"/>
                          <a14:foregroundMark x1="48145" y1="93490" x2="77832" y2="91341"/>
                          <a14:foregroundMark x1="91406" y1="97852" x2="10156" y2="97786"/>
                          <a14:foregroundMark x1="89844" y1="55534" x2="90137" y2="80078"/>
                          <a14:foregroundMark x1="96191" y1="77669" x2="96387" y2="1992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95054" y="4105685"/>
              <a:ext cx="1816402" cy="27246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0233FD-DB6D-DCCC-6A99-21BD213734BE}"/>
                </a:ext>
              </a:extLst>
            </p:cNvPr>
            <p:cNvSpPr txBox="1"/>
            <p:nvPr/>
          </p:nvSpPr>
          <p:spPr>
            <a:xfrm>
              <a:off x="2234773" y="4526806"/>
              <a:ext cx="13369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ptos Narrow" panose="020B0004020202020204" pitchFamily="34" charset="0"/>
                </a:rPr>
                <a:t>Skills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7A1843B-2CB4-3A5D-3FE6-A9E6BD501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85000"/>
            </a:blip>
            <a:srcRect l="16707" t="56492" r="57354" b="7294"/>
            <a:stretch>
              <a:fillRect/>
            </a:stretch>
          </p:blipFill>
          <p:spPr>
            <a:xfrm>
              <a:off x="2178887" y="4576963"/>
              <a:ext cx="1594379" cy="2225678"/>
            </a:xfrm>
            <a:prstGeom prst="ellipse">
              <a:avLst/>
            </a:prstGeom>
            <a:ln>
              <a:noFill/>
            </a:ln>
            <a:effectLst>
              <a:softEdge rad="469900"/>
            </a:effectLst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3FA6BEEA-A0AF-170B-31D1-EE06F95D9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25" b="97852" l="4102" r="97754">
                        <a14:foregroundMark x1="5273" y1="3060" x2="30273" y2="3385"/>
                        <a14:foregroundMark x1="30273" y1="3385" x2="64844" y2="2148"/>
                        <a14:foregroundMark x1="64844" y1="2148" x2="87695" y2="3125"/>
                        <a14:foregroundMark x1="87695" y1="3125" x2="94727" y2="8594"/>
                        <a14:foregroundMark x1="94727" y1="8594" x2="90625" y2="97005"/>
                        <a14:foregroundMark x1="90625" y1="97005" x2="10938" y2="96615"/>
                        <a14:foregroundMark x1="10938" y1="96615" x2="4590" y2="60938"/>
                        <a14:foregroundMark x1="4590" y1="60938" x2="4102" y2="3255"/>
                        <a14:foregroundMark x1="83984" y1="5729" x2="24219" y2="5143"/>
                        <a14:foregroundMark x1="24219" y1="5143" x2="10156" y2="10026"/>
                        <a14:foregroundMark x1="10156" y1="10026" x2="8203" y2="85938"/>
                        <a14:foregroundMark x1="8203" y1="85938" x2="9961" y2="92904"/>
                        <a14:foregroundMark x1="9961" y1="92904" x2="69141" y2="94727"/>
                        <a14:foregroundMark x1="69141" y1="94727" x2="79883" y2="94206"/>
                        <a14:foregroundMark x1="79883" y1="94206" x2="87109" y2="91211"/>
                        <a14:foregroundMark x1="54102" y1="6901" x2="70410" y2="6576"/>
                        <a14:foregroundMark x1="70410" y1="6576" x2="81641" y2="6901"/>
                        <a14:foregroundMark x1="81641" y1="6901" x2="91016" y2="15885"/>
                        <a14:foregroundMark x1="91016" y1="15885" x2="90723" y2="47070"/>
                        <a14:foregroundMark x1="79395" y1="8203" x2="19434" y2="7096"/>
                        <a14:foregroundMark x1="3613" y1="66536" x2="4102" y2="89779"/>
                        <a14:foregroundMark x1="4102" y1="89779" x2="10840" y2="97461"/>
                        <a14:foregroundMark x1="10840" y1="97461" x2="74902" y2="98307"/>
                        <a14:foregroundMark x1="74902" y1="98307" x2="89063" y2="96810"/>
                        <a14:foregroundMark x1="89063" y1="96810" x2="97070" y2="88542"/>
                        <a14:foregroundMark x1="97070" y1="88542" x2="97754" y2="80794"/>
                        <a14:foregroundMark x1="18164" y1="92513" x2="48145" y2="93490"/>
                        <a14:foregroundMark x1="48145" y1="93490" x2="77832" y2="91341"/>
                        <a14:foregroundMark x1="91406" y1="97852" x2="10156" y2="97786"/>
                        <a14:foregroundMark x1="89844" y1="55534" x2="90137" y2="80078"/>
                        <a14:foregroundMark x1="96191" y1="77669" x2="96387" y2="199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8299" y="73299"/>
            <a:ext cx="1816402" cy="2724604"/>
          </a:xfrm>
          <a:prstGeom prst="rect">
            <a:avLst/>
          </a:prstGeom>
        </p:spPr>
      </p:pic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9912CE01-2FAD-85A6-0D7C-DD41B7D81D4F}"/>
              </a:ext>
            </a:extLst>
          </p:cNvPr>
          <p:cNvSpPr/>
          <p:nvPr/>
        </p:nvSpPr>
        <p:spPr>
          <a:xfrm>
            <a:off x="6003121" y="1071919"/>
            <a:ext cx="602673" cy="727364"/>
          </a:xfrm>
          <a:prstGeom prst="chevron">
            <a:avLst/>
          </a:prstGeom>
          <a:gradFill flip="none" rotWithShape="1">
            <a:gsLst>
              <a:gs pos="0">
                <a:schemeClr val="tx1">
                  <a:lumMod val="85000"/>
                  <a:shade val="30000"/>
                  <a:satMod val="115000"/>
                </a:schemeClr>
              </a:gs>
              <a:gs pos="50000">
                <a:schemeClr val="tx1">
                  <a:lumMod val="85000"/>
                  <a:shade val="67500"/>
                  <a:satMod val="115000"/>
                </a:schemeClr>
              </a:gs>
              <a:gs pos="100000">
                <a:schemeClr val="tx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B05A429-84E1-C635-6260-AF92955D5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25" b="97852" l="4102" r="97754">
                        <a14:foregroundMark x1="5273" y1="3060" x2="30273" y2="3385"/>
                        <a14:foregroundMark x1="30273" y1="3385" x2="64844" y2="2148"/>
                        <a14:foregroundMark x1="64844" y1="2148" x2="87695" y2="3125"/>
                        <a14:foregroundMark x1="87695" y1="3125" x2="94727" y2="8594"/>
                        <a14:foregroundMark x1="94727" y1="8594" x2="90625" y2="97005"/>
                        <a14:foregroundMark x1="90625" y1="97005" x2="10938" y2="96615"/>
                        <a14:foregroundMark x1="10938" y1="96615" x2="4590" y2="60938"/>
                        <a14:foregroundMark x1="4590" y1="60938" x2="4102" y2="3255"/>
                        <a14:foregroundMark x1="83984" y1="5729" x2="24219" y2="5143"/>
                        <a14:foregroundMark x1="24219" y1="5143" x2="10156" y2="10026"/>
                        <a14:foregroundMark x1="10156" y1="10026" x2="8203" y2="85938"/>
                        <a14:foregroundMark x1="8203" y1="85938" x2="9961" y2="92904"/>
                        <a14:foregroundMark x1="9961" y1="92904" x2="69141" y2="94727"/>
                        <a14:foregroundMark x1="69141" y1="94727" x2="79883" y2="94206"/>
                        <a14:foregroundMark x1="79883" y1="94206" x2="87109" y2="91211"/>
                        <a14:foregroundMark x1="54102" y1="6901" x2="70410" y2="6576"/>
                        <a14:foregroundMark x1="70410" y1="6576" x2="81641" y2="6901"/>
                        <a14:foregroundMark x1="81641" y1="6901" x2="91016" y2="15885"/>
                        <a14:foregroundMark x1="91016" y1="15885" x2="90723" y2="47070"/>
                        <a14:foregroundMark x1="79395" y1="8203" x2="19434" y2="7096"/>
                        <a14:foregroundMark x1="3613" y1="66536" x2="4102" y2="89779"/>
                        <a14:foregroundMark x1="4102" y1="89779" x2="10840" y2="97461"/>
                        <a14:foregroundMark x1="10840" y1="97461" x2="74902" y2="98307"/>
                        <a14:foregroundMark x1="74902" y1="98307" x2="89063" y2="96810"/>
                        <a14:foregroundMark x1="89063" y1="96810" x2="97070" y2="88542"/>
                        <a14:foregroundMark x1="97070" y1="88542" x2="97754" y2="80794"/>
                        <a14:foregroundMark x1="18164" y1="92513" x2="48145" y2="93490"/>
                        <a14:foregroundMark x1="48145" y1="93490" x2="77832" y2="91341"/>
                        <a14:foregroundMark x1="91406" y1="97852" x2="10156" y2="97786"/>
                        <a14:foregroundMark x1="89844" y1="55534" x2="90137" y2="80078"/>
                        <a14:foregroundMark x1="96191" y1="77669" x2="96387" y2="199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30616" y="96266"/>
            <a:ext cx="1816402" cy="2724604"/>
          </a:xfrm>
          <a:prstGeom prst="rect">
            <a:avLst/>
          </a:prstGeom>
        </p:spPr>
      </p:pic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3E0105FF-D219-53AE-9737-18820941EC22}"/>
              </a:ext>
            </a:extLst>
          </p:cNvPr>
          <p:cNvSpPr/>
          <p:nvPr/>
        </p:nvSpPr>
        <p:spPr>
          <a:xfrm flipH="1">
            <a:off x="7855438" y="1094886"/>
            <a:ext cx="602673" cy="727364"/>
          </a:xfrm>
          <a:prstGeom prst="chevron">
            <a:avLst/>
          </a:prstGeom>
          <a:gradFill flip="none" rotWithShape="1">
            <a:gsLst>
              <a:gs pos="0">
                <a:schemeClr val="tx1">
                  <a:lumMod val="85000"/>
                  <a:shade val="30000"/>
                  <a:satMod val="115000"/>
                </a:schemeClr>
              </a:gs>
              <a:gs pos="50000">
                <a:schemeClr val="tx1">
                  <a:lumMod val="85000"/>
                  <a:shade val="67500"/>
                  <a:satMod val="115000"/>
                </a:schemeClr>
              </a:gs>
              <a:gs pos="100000">
                <a:schemeClr val="tx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EFACE-F4D1-0B2B-7561-7572FAA88C24}"/>
              </a:ext>
            </a:extLst>
          </p:cNvPr>
          <p:cNvSpPr txBox="1"/>
          <p:nvPr/>
        </p:nvSpPr>
        <p:spPr>
          <a:xfrm>
            <a:off x="336700" y="1518487"/>
            <a:ext cx="1336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ptos Narrow" panose="020B0004020202020204" pitchFamily="34" charset="0"/>
              </a:rPr>
              <a:t>Journal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28316A1-65E8-60A9-D803-E4A535A11AC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GlowEdges/>
                    </a14:imgEffect>
                  </a14:imgLayer>
                </a14:imgProps>
              </a:ext>
            </a:extLst>
          </a:blip>
          <a:srcRect l="53214" t="36548"/>
          <a:stretch>
            <a:fillRect/>
          </a:stretch>
        </p:blipFill>
        <p:spPr>
          <a:xfrm>
            <a:off x="213784" y="1709502"/>
            <a:ext cx="1605033" cy="2176801"/>
          </a:xfrm>
          <a:prstGeom prst="ellipse">
            <a:avLst/>
          </a:prstGeom>
          <a:ln>
            <a:noFill/>
          </a:ln>
          <a:effectLst>
            <a:softEdge rad="317500"/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B75D06F-822E-CB49-A592-471712D609DA}"/>
              </a:ext>
            </a:extLst>
          </p:cNvPr>
          <p:cNvGrpSpPr/>
          <p:nvPr/>
        </p:nvGrpSpPr>
        <p:grpSpPr>
          <a:xfrm>
            <a:off x="1956864" y="1234200"/>
            <a:ext cx="1816402" cy="2783537"/>
            <a:chOff x="1956864" y="1234200"/>
            <a:chExt cx="1816402" cy="278353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2F0BAB-A207-B0DE-63EC-DA8CF22C0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125" b="97852" l="4102" r="97754">
                          <a14:foregroundMark x1="5273" y1="3060" x2="30273" y2="3385"/>
                          <a14:foregroundMark x1="30273" y1="3385" x2="64844" y2="2148"/>
                          <a14:foregroundMark x1="64844" y1="2148" x2="87695" y2="3125"/>
                          <a14:foregroundMark x1="87695" y1="3125" x2="94727" y2="8594"/>
                          <a14:foregroundMark x1="94727" y1="8594" x2="90625" y2="97005"/>
                          <a14:foregroundMark x1="90625" y1="97005" x2="10938" y2="96615"/>
                          <a14:foregroundMark x1="10938" y1="96615" x2="4590" y2="60938"/>
                          <a14:foregroundMark x1="4590" y1="60938" x2="4102" y2="3255"/>
                          <a14:foregroundMark x1="83984" y1="5729" x2="24219" y2="5143"/>
                          <a14:foregroundMark x1="24219" y1="5143" x2="10156" y2="10026"/>
                          <a14:foregroundMark x1="10156" y1="10026" x2="8203" y2="85938"/>
                          <a14:foregroundMark x1="8203" y1="85938" x2="9961" y2="92904"/>
                          <a14:foregroundMark x1="9961" y1="92904" x2="69141" y2="94727"/>
                          <a14:foregroundMark x1="69141" y1="94727" x2="79883" y2="94206"/>
                          <a14:foregroundMark x1="79883" y1="94206" x2="87109" y2="91211"/>
                          <a14:foregroundMark x1="54102" y1="6901" x2="70410" y2="6576"/>
                          <a14:foregroundMark x1="70410" y1="6576" x2="81641" y2="6901"/>
                          <a14:foregroundMark x1="81641" y1="6901" x2="91016" y2="15885"/>
                          <a14:foregroundMark x1="91016" y1="15885" x2="90723" y2="47070"/>
                          <a14:foregroundMark x1="79395" y1="8203" x2="19434" y2="7096"/>
                          <a14:foregroundMark x1="3613" y1="66536" x2="4102" y2="89779"/>
                          <a14:foregroundMark x1="4102" y1="89779" x2="10840" y2="97461"/>
                          <a14:foregroundMark x1="10840" y1="97461" x2="74902" y2="98307"/>
                          <a14:foregroundMark x1="74902" y1="98307" x2="89063" y2="96810"/>
                          <a14:foregroundMark x1="89063" y1="96810" x2="97070" y2="88542"/>
                          <a14:foregroundMark x1="97070" y1="88542" x2="97754" y2="80794"/>
                          <a14:foregroundMark x1="18164" y1="92513" x2="48145" y2="93490"/>
                          <a14:foregroundMark x1="48145" y1="93490" x2="77832" y2="91341"/>
                          <a14:foregroundMark x1="91406" y1="97852" x2="10156" y2="97786"/>
                          <a14:foregroundMark x1="89844" y1="55534" x2="90137" y2="80078"/>
                          <a14:foregroundMark x1="96191" y1="77669" x2="96387" y2="1992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56864" y="1234200"/>
              <a:ext cx="1816402" cy="272460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4519721-00FC-A4A9-7769-F44ED67A6075}"/>
                </a:ext>
              </a:extLst>
            </p:cNvPr>
            <p:cNvSpPr txBox="1"/>
            <p:nvPr/>
          </p:nvSpPr>
          <p:spPr>
            <a:xfrm>
              <a:off x="2181453" y="1599228"/>
              <a:ext cx="1336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ptos Narrow" panose="020B0004020202020204" pitchFamily="34" charset="0"/>
                </a:rPr>
                <a:t>Edit Room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18676D3-00DC-1DC1-EF31-B6BBE9124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 amt="85000"/>
            </a:blip>
            <a:srcRect l="1761" t="43822" r="60522" b="7726"/>
            <a:stretch>
              <a:fillRect/>
            </a:stretch>
          </p:blipFill>
          <p:spPr>
            <a:xfrm>
              <a:off x="1966651" y="1709502"/>
              <a:ext cx="1796827" cy="2308235"/>
            </a:xfrm>
            <a:prstGeom prst="ellipse">
              <a:avLst/>
            </a:prstGeom>
            <a:ln>
              <a:noFill/>
            </a:ln>
            <a:effectLst>
              <a:softEdge rad="393700"/>
            </a:effectLst>
          </p:spPr>
        </p:pic>
      </p:grpSp>
    </p:spTree>
    <p:extLst>
      <p:ext uri="{BB962C8B-B14F-4D97-AF65-F5344CB8AC3E}">
        <p14:creationId xmlns:p14="http://schemas.microsoft.com/office/powerpoint/2010/main" val="246795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94F6-69EB-C72B-2EEC-73E828CD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F6EC71-E28D-9FDD-B4E1-391ED7FEBEAC}"/>
              </a:ext>
            </a:extLst>
          </p:cNvPr>
          <p:cNvSpPr txBox="1"/>
          <p:nvPr/>
        </p:nvSpPr>
        <p:spPr>
          <a:xfrm>
            <a:off x="0" y="9632"/>
            <a:ext cx="1670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Emotes</a:t>
            </a:r>
          </a:p>
          <a:p>
            <a:r>
              <a:rPr lang="en-US" sz="1400" dirty="0">
                <a:latin typeface="+mj-lt"/>
              </a:rPr>
              <a:t>Base Emote Cards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0DBAA4-53D0-5019-6799-48F413612D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374568" y="767325"/>
            <a:ext cx="1892844" cy="283926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7C1072-286E-BAB4-92B3-8EA994AB556B}"/>
              </a:ext>
            </a:extLst>
          </p:cNvPr>
          <p:cNvSpPr txBox="1"/>
          <p:nvPr/>
        </p:nvSpPr>
        <p:spPr>
          <a:xfrm>
            <a:off x="627025" y="2857499"/>
            <a:ext cx="138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cs typeface="Dreaming Outloud Pro" panose="020F0502020204030204" pitchFamily="66" charset="0"/>
              </a:rPr>
              <a:t>Smile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0AA641-BD93-4DA8-6A99-16F0D553C7F1}"/>
              </a:ext>
            </a:extLst>
          </p:cNvPr>
          <p:cNvSpPr txBox="1"/>
          <p:nvPr/>
        </p:nvSpPr>
        <p:spPr>
          <a:xfrm>
            <a:off x="627025" y="1479072"/>
            <a:ext cx="1387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cs typeface="Dreaming Outloud Pro" panose="020F0502020204030204" pitchFamily="66" charset="0"/>
              </a:rPr>
              <a:t>😀</a:t>
            </a:r>
            <a:endParaRPr lang="en-US" sz="2400" dirty="0">
              <a:solidFill>
                <a:schemeClr val="bg1"/>
              </a:solidFill>
              <a:cs typeface="Dreaming Outloud Pro" panose="020F0502020204030204" pitchFamily="66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968918C-147F-CF31-4842-53284FE0C6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374568" y="3779509"/>
            <a:ext cx="1892844" cy="283926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98ED5E5-B0BE-EF58-0A9B-2DDFBF4EBBBB}"/>
              </a:ext>
            </a:extLst>
          </p:cNvPr>
          <p:cNvSpPr txBox="1"/>
          <p:nvPr/>
        </p:nvSpPr>
        <p:spPr>
          <a:xfrm>
            <a:off x="627025" y="5869683"/>
            <a:ext cx="138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cs typeface="Dreaming Outloud Pro" panose="020F0502020204030204" pitchFamily="66" charset="0"/>
              </a:rPr>
              <a:t>Sigh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B0BEFA-D28F-375A-89E5-92E52BF5E3E4}"/>
              </a:ext>
            </a:extLst>
          </p:cNvPr>
          <p:cNvSpPr txBox="1"/>
          <p:nvPr/>
        </p:nvSpPr>
        <p:spPr>
          <a:xfrm>
            <a:off x="627025" y="4491256"/>
            <a:ext cx="13879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cs typeface="Dreaming Outloud Pro" panose="020F0502020204030204" pitchFamily="66" charset="0"/>
              </a:rPr>
              <a:t>🙄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98AE832-DC7D-D1AC-6176-8D58DB005A0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2519869" y="767325"/>
            <a:ext cx="1892844" cy="283926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1546124-4CFB-30C1-1E86-23E8539DCB68}"/>
              </a:ext>
            </a:extLst>
          </p:cNvPr>
          <p:cNvSpPr txBox="1"/>
          <p:nvPr/>
        </p:nvSpPr>
        <p:spPr>
          <a:xfrm>
            <a:off x="2772326" y="2857499"/>
            <a:ext cx="138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cs typeface="Dreaming Outloud Pro" panose="020F0502020204030204" pitchFamily="66" charset="0"/>
              </a:rPr>
              <a:t>Growl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6D3B77-156C-7F12-133F-739252D153A1}"/>
              </a:ext>
            </a:extLst>
          </p:cNvPr>
          <p:cNvSpPr txBox="1"/>
          <p:nvPr/>
        </p:nvSpPr>
        <p:spPr>
          <a:xfrm>
            <a:off x="2772326" y="1479072"/>
            <a:ext cx="13879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cs typeface="Dreaming Outloud Pro" panose="020F0502020204030204" pitchFamily="66" charset="0"/>
              </a:rPr>
              <a:t>😡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819F7BC-7219-6773-C95D-41D773F09F9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2519869" y="3779509"/>
            <a:ext cx="1892844" cy="283926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DD5965C-27FF-561D-AA60-B55E33D432D2}"/>
              </a:ext>
            </a:extLst>
          </p:cNvPr>
          <p:cNvSpPr txBox="1"/>
          <p:nvPr/>
        </p:nvSpPr>
        <p:spPr>
          <a:xfrm>
            <a:off x="2772326" y="5869683"/>
            <a:ext cx="138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cs typeface="Dreaming Outloud Pro" panose="020F0502020204030204" pitchFamily="66" charset="0"/>
              </a:rPr>
              <a:t>Goof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312BA2-54EA-AB4B-B7FE-AF3CE8FF5739}"/>
              </a:ext>
            </a:extLst>
          </p:cNvPr>
          <p:cNvSpPr txBox="1"/>
          <p:nvPr/>
        </p:nvSpPr>
        <p:spPr>
          <a:xfrm>
            <a:off x="2772326" y="4491256"/>
            <a:ext cx="13879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cs typeface="Dreaming Outloud Pro" panose="020F0502020204030204" pitchFamily="66" charset="0"/>
              </a:rPr>
              <a:t>🤪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95FF091-BFE1-4A04-442A-D4AE1C49D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9239" y="2558397"/>
            <a:ext cx="303500" cy="29910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3C5D89D-A55A-EE2A-CCE6-F79E8D3BD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14540" y="2558397"/>
            <a:ext cx="303500" cy="29910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8E197EF-FF10-48D2-CB4E-28B081141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9239" y="5570581"/>
            <a:ext cx="303500" cy="29910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F9D05DE-601A-57ED-D0A0-9F7CE3908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14540" y="5570581"/>
            <a:ext cx="303500" cy="29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9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B26E-5585-5692-C31A-8A22E1151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0B2C6E-0C3B-F379-58EB-B4B3F1FEF051}"/>
              </a:ext>
            </a:extLst>
          </p:cNvPr>
          <p:cNvSpPr txBox="1"/>
          <p:nvPr/>
        </p:nvSpPr>
        <p:spPr>
          <a:xfrm>
            <a:off x="0" y="9632"/>
            <a:ext cx="4305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Items</a:t>
            </a:r>
          </a:p>
          <a:p>
            <a:r>
              <a:rPr lang="en-US" sz="1400" dirty="0">
                <a:latin typeface="+mj-lt"/>
              </a:rPr>
              <a:t>Cards used by the </a:t>
            </a:r>
            <a:r>
              <a:rPr lang="en-US" sz="1400" dirty="0" err="1">
                <a:latin typeface="+mj-lt"/>
              </a:rPr>
              <a:t>tinyrooms</a:t>
            </a:r>
            <a:r>
              <a:rPr lang="en-US" sz="1400" dirty="0">
                <a:latin typeface="+mj-lt"/>
              </a:rPr>
              <a:t> tutorial world – Other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E74887-685C-FD29-793D-15741EFC12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4568" y="767325"/>
            <a:ext cx="1892844" cy="283926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5287B90-FD48-1476-568D-6E56844DADF1}"/>
              </a:ext>
            </a:extLst>
          </p:cNvPr>
          <p:cNvSpPr txBox="1"/>
          <p:nvPr/>
        </p:nvSpPr>
        <p:spPr>
          <a:xfrm>
            <a:off x="627025" y="2857500"/>
            <a:ext cx="138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cs typeface="Dreaming Outloud Pro" panose="020F0502020204030204" pitchFamily="66" charset="0"/>
              </a:rPr>
              <a:t>Lucille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46167B-ED2D-A536-82B8-118D42F35B30}"/>
              </a:ext>
            </a:extLst>
          </p:cNvPr>
          <p:cNvSpPr txBox="1"/>
          <p:nvPr/>
        </p:nvSpPr>
        <p:spPr>
          <a:xfrm>
            <a:off x="859840" y="1059652"/>
            <a:ext cx="9222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🦭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AE61784-B401-4BFC-9350-21A1E00D73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4568" y="3793814"/>
            <a:ext cx="1892844" cy="283926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C9B9729-0167-CBFB-73C8-9D7EC9725DCE}"/>
              </a:ext>
            </a:extLst>
          </p:cNvPr>
          <p:cNvSpPr txBox="1"/>
          <p:nvPr/>
        </p:nvSpPr>
        <p:spPr>
          <a:xfrm>
            <a:off x="627025" y="5777856"/>
            <a:ext cx="1387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cs typeface="Dreaming Outloud Pro" panose="020F0502020204030204" pitchFamily="66" charset="0"/>
              </a:rPr>
              <a:t>Tomato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cs typeface="Dreaming Outloud Pro" panose="020F0502020204030204" pitchFamily="66" charset="0"/>
              </a:rPr>
              <a:t>Sauce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5D059BE-8AED-1D00-6B28-9061BA54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19869" y="767325"/>
            <a:ext cx="1892844" cy="283926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70019BE-CFE7-0B93-20C5-9E61816E20BB}"/>
              </a:ext>
            </a:extLst>
          </p:cNvPr>
          <p:cNvSpPr txBox="1"/>
          <p:nvPr/>
        </p:nvSpPr>
        <p:spPr>
          <a:xfrm>
            <a:off x="2772326" y="2819505"/>
            <a:ext cx="1387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cs typeface="Dreaming Outloud Pro" panose="020F0502020204030204" pitchFamily="66" charset="0"/>
              </a:rPr>
              <a:t>A Clean Seal Plushie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73C030C7-7D72-F79A-C0BD-D39DC448A5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19869" y="3793814"/>
            <a:ext cx="1892844" cy="283926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147B8953-8238-F41D-CC6D-476EA1A2523A}"/>
              </a:ext>
            </a:extLst>
          </p:cNvPr>
          <p:cNvSpPr txBox="1"/>
          <p:nvPr/>
        </p:nvSpPr>
        <p:spPr>
          <a:xfrm>
            <a:off x="2772326" y="5839411"/>
            <a:ext cx="1387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Dreaming Outloud Pro" panose="020F0502020204030204" pitchFamily="66" charset="0"/>
              </a:rPr>
              <a:t>Ballet</a:t>
            </a:r>
          </a:p>
          <a:p>
            <a:pPr algn="ctr"/>
            <a:r>
              <a:rPr lang="en-US" dirty="0">
                <a:solidFill>
                  <a:schemeClr val="bg1"/>
                </a:solidFill>
                <a:cs typeface="Dreaming Outloud Pro" panose="020F0502020204030204" pitchFamily="66" charset="0"/>
              </a:rPr>
              <a:t>Shoes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364571-3154-59D8-CA78-5CB73A184372}"/>
              </a:ext>
            </a:extLst>
          </p:cNvPr>
          <p:cNvSpPr txBox="1"/>
          <p:nvPr/>
        </p:nvSpPr>
        <p:spPr>
          <a:xfrm>
            <a:off x="3005140" y="4431892"/>
            <a:ext cx="9222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🩰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93BE26-29FC-6C46-7F01-1580BBA38E64}"/>
              </a:ext>
            </a:extLst>
          </p:cNvPr>
          <p:cNvSpPr txBox="1"/>
          <p:nvPr/>
        </p:nvSpPr>
        <p:spPr>
          <a:xfrm>
            <a:off x="3005141" y="1304580"/>
            <a:ext cx="9222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🦭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3699FEA3-6E3B-C4D7-920D-84F64DB43EAC}"/>
              </a:ext>
            </a:extLst>
          </p:cNvPr>
          <p:cNvSpPr/>
          <p:nvPr/>
        </p:nvSpPr>
        <p:spPr>
          <a:xfrm>
            <a:off x="859840" y="1059652"/>
            <a:ext cx="196847" cy="375557"/>
          </a:xfrm>
          <a:custGeom>
            <a:avLst/>
            <a:gdLst>
              <a:gd name="csX0" fmla="*/ 196847 w 196847"/>
              <a:gd name="csY0" fmla="*/ 375557 h 375557"/>
              <a:gd name="csX1" fmla="*/ 49890 w 196847"/>
              <a:gd name="csY1" fmla="*/ 204107 h 375557"/>
              <a:gd name="csX2" fmla="*/ 58054 w 196847"/>
              <a:gd name="csY2" fmla="*/ 171450 h 375557"/>
              <a:gd name="csX3" fmla="*/ 131533 w 196847"/>
              <a:gd name="csY3" fmla="*/ 106136 h 375557"/>
              <a:gd name="csX4" fmla="*/ 147862 w 196847"/>
              <a:gd name="csY4" fmla="*/ 73479 h 375557"/>
              <a:gd name="csX5" fmla="*/ 904 w 196847"/>
              <a:gd name="csY5" fmla="*/ 16329 h 375557"/>
              <a:gd name="csX6" fmla="*/ 9069 w 196847"/>
              <a:gd name="csY6" fmla="*/ 0 h 375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6847" h="375557">
                <a:moveTo>
                  <a:pt x="196847" y="375557"/>
                </a:moveTo>
                <a:cubicBezTo>
                  <a:pt x="171859" y="350569"/>
                  <a:pt x="66594" y="265353"/>
                  <a:pt x="49890" y="204107"/>
                </a:cubicBezTo>
                <a:cubicBezTo>
                  <a:pt x="46938" y="193282"/>
                  <a:pt x="50871" y="180070"/>
                  <a:pt x="58054" y="171450"/>
                </a:cubicBezTo>
                <a:cubicBezTo>
                  <a:pt x="79033" y="146275"/>
                  <a:pt x="107040" y="127907"/>
                  <a:pt x="131533" y="106136"/>
                </a:cubicBezTo>
                <a:cubicBezTo>
                  <a:pt x="136976" y="95250"/>
                  <a:pt x="157705" y="80637"/>
                  <a:pt x="147862" y="73479"/>
                </a:cubicBezTo>
                <a:cubicBezTo>
                  <a:pt x="139667" y="67519"/>
                  <a:pt x="24977" y="46420"/>
                  <a:pt x="904" y="16329"/>
                </a:cubicBezTo>
                <a:cubicBezTo>
                  <a:pt x="-2898" y="11577"/>
                  <a:pt x="6347" y="5443"/>
                  <a:pt x="9069" y="0"/>
                </a:cubicBez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E9489F57-A7CC-7B6E-3757-792556BF8318}"/>
              </a:ext>
            </a:extLst>
          </p:cNvPr>
          <p:cNvSpPr/>
          <p:nvPr/>
        </p:nvSpPr>
        <p:spPr>
          <a:xfrm>
            <a:off x="1150148" y="1110343"/>
            <a:ext cx="172466" cy="359232"/>
          </a:xfrm>
          <a:custGeom>
            <a:avLst/>
            <a:gdLst>
              <a:gd name="csX0" fmla="*/ 50002 w 172466"/>
              <a:gd name="csY0" fmla="*/ 0 h 359232"/>
              <a:gd name="csX1" fmla="*/ 164302 w 172466"/>
              <a:gd name="csY1" fmla="*/ 16328 h 359232"/>
              <a:gd name="csX2" fmla="*/ 172466 w 172466"/>
              <a:gd name="csY2" fmla="*/ 40821 h 359232"/>
              <a:gd name="csX3" fmla="*/ 164302 w 172466"/>
              <a:gd name="csY3" fmla="*/ 122464 h 359232"/>
              <a:gd name="csX4" fmla="*/ 139809 w 172466"/>
              <a:gd name="csY4" fmla="*/ 187778 h 359232"/>
              <a:gd name="csX5" fmla="*/ 41838 w 172466"/>
              <a:gd name="csY5" fmla="*/ 220436 h 359232"/>
              <a:gd name="csX6" fmla="*/ 33673 w 172466"/>
              <a:gd name="csY6" fmla="*/ 342900 h 359232"/>
              <a:gd name="csX7" fmla="*/ 98988 w 172466"/>
              <a:gd name="csY7" fmla="*/ 359228 h 359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2466" h="359232">
                <a:moveTo>
                  <a:pt x="50002" y="0"/>
                </a:moveTo>
                <a:cubicBezTo>
                  <a:pt x="88102" y="5443"/>
                  <a:pt x="127790" y="4157"/>
                  <a:pt x="164302" y="16328"/>
                </a:cubicBezTo>
                <a:cubicBezTo>
                  <a:pt x="172466" y="19049"/>
                  <a:pt x="172466" y="32215"/>
                  <a:pt x="172466" y="40821"/>
                </a:cubicBezTo>
                <a:cubicBezTo>
                  <a:pt x="172466" y="68171"/>
                  <a:pt x="168170" y="95389"/>
                  <a:pt x="164302" y="122464"/>
                </a:cubicBezTo>
                <a:cubicBezTo>
                  <a:pt x="162276" y="136646"/>
                  <a:pt x="151297" y="177931"/>
                  <a:pt x="139809" y="187778"/>
                </a:cubicBezTo>
                <a:cubicBezTo>
                  <a:pt x="127965" y="197930"/>
                  <a:pt x="49037" y="218379"/>
                  <a:pt x="41838" y="220436"/>
                </a:cubicBezTo>
                <a:cubicBezTo>
                  <a:pt x="-2319" y="249873"/>
                  <a:pt x="-21062" y="251675"/>
                  <a:pt x="33673" y="342900"/>
                </a:cubicBezTo>
                <a:cubicBezTo>
                  <a:pt x="43918" y="359976"/>
                  <a:pt x="77814" y="359228"/>
                  <a:pt x="98988" y="359228"/>
                </a:cubicBez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C39C83E2-2B3F-8102-5748-332D6DEBE6F5}"/>
              </a:ext>
            </a:extLst>
          </p:cNvPr>
          <p:cNvSpPr/>
          <p:nvPr/>
        </p:nvSpPr>
        <p:spPr>
          <a:xfrm>
            <a:off x="1379764" y="1263589"/>
            <a:ext cx="228600" cy="369497"/>
          </a:xfrm>
          <a:custGeom>
            <a:avLst/>
            <a:gdLst>
              <a:gd name="csX0" fmla="*/ 228600 w 228600"/>
              <a:gd name="csY0" fmla="*/ 1875 h 369497"/>
              <a:gd name="csX1" fmla="*/ 106136 w 228600"/>
              <a:gd name="csY1" fmla="*/ 10040 h 369497"/>
              <a:gd name="csX2" fmla="*/ 114300 w 228600"/>
              <a:gd name="csY2" fmla="*/ 108011 h 369497"/>
              <a:gd name="csX3" fmla="*/ 138793 w 228600"/>
              <a:gd name="csY3" fmla="*/ 124340 h 369497"/>
              <a:gd name="csX4" fmla="*/ 155122 w 228600"/>
              <a:gd name="csY4" fmla="*/ 156997 h 369497"/>
              <a:gd name="csX5" fmla="*/ 146957 w 228600"/>
              <a:gd name="csY5" fmla="*/ 222311 h 369497"/>
              <a:gd name="csX6" fmla="*/ 122465 w 228600"/>
              <a:gd name="csY6" fmla="*/ 263132 h 369497"/>
              <a:gd name="csX7" fmla="*/ 114300 w 228600"/>
              <a:gd name="csY7" fmla="*/ 287625 h 369497"/>
              <a:gd name="csX8" fmla="*/ 81643 w 228600"/>
              <a:gd name="csY8" fmla="*/ 352940 h 369497"/>
              <a:gd name="csX9" fmla="*/ 0 w 228600"/>
              <a:gd name="csY9" fmla="*/ 369268 h 369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28600" h="369497">
                <a:moveTo>
                  <a:pt x="228600" y="1875"/>
                </a:moveTo>
                <a:cubicBezTo>
                  <a:pt x="187779" y="4597"/>
                  <a:pt x="142729" y="-8257"/>
                  <a:pt x="106136" y="10040"/>
                </a:cubicBezTo>
                <a:cubicBezTo>
                  <a:pt x="78725" y="23746"/>
                  <a:pt x="103905" y="93457"/>
                  <a:pt x="114300" y="108011"/>
                </a:cubicBezTo>
                <a:cubicBezTo>
                  <a:pt x="120003" y="115996"/>
                  <a:pt x="130629" y="118897"/>
                  <a:pt x="138793" y="124340"/>
                </a:cubicBezTo>
                <a:cubicBezTo>
                  <a:pt x="144236" y="135226"/>
                  <a:pt x="154111" y="144868"/>
                  <a:pt x="155122" y="156997"/>
                </a:cubicBezTo>
                <a:cubicBezTo>
                  <a:pt x="156944" y="178862"/>
                  <a:pt x="153409" y="201340"/>
                  <a:pt x="146957" y="222311"/>
                </a:cubicBezTo>
                <a:cubicBezTo>
                  <a:pt x="142290" y="237478"/>
                  <a:pt x="129561" y="248939"/>
                  <a:pt x="122465" y="263132"/>
                </a:cubicBezTo>
                <a:cubicBezTo>
                  <a:pt x="118616" y="270829"/>
                  <a:pt x="116664" y="279350"/>
                  <a:pt x="114300" y="287625"/>
                </a:cubicBezTo>
                <a:cubicBezTo>
                  <a:pt x="106871" y="313627"/>
                  <a:pt x="107975" y="335385"/>
                  <a:pt x="81643" y="352940"/>
                </a:cubicBezTo>
                <a:cubicBezTo>
                  <a:pt x="51988" y="372710"/>
                  <a:pt x="31112" y="369268"/>
                  <a:pt x="0" y="369268"/>
                </a:cubicBez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92D62A-7265-C68F-ADBC-CC4424E28896}"/>
              </a:ext>
            </a:extLst>
          </p:cNvPr>
          <p:cNvSpPr txBox="1"/>
          <p:nvPr/>
        </p:nvSpPr>
        <p:spPr>
          <a:xfrm>
            <a:off x="843511" y="4379877"/>
            <a:ext cx="922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🥫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9E55C595-F84E-EE49-6A53-CA2C7EA90F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0" y="767325"/>
            <a:ext cx="1892844" cy="2839266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66E15B67-F1C6-C73B-D4A5-7306E39AFD3F}"/>
              </a:ext>
            </a:extLst>
          </p:cNvPr>
          <p:cNvSpPr txBox="1"/>
          <p:nvPr/>
        </p:nvSpPr>
        <p:spPr>
          <a:xfrm>
            <a:off x="4824457" y="2751367"/>
            <a:ext cx="1387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cs typeface="Dreaming Outloud Pro" panose="020F0502020204030204" pitchFamily="66" charset="0"/>
              </a:rPr>
              <a:t>Hand Light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B8F490C-A635-A91B-7410-DDAAFB75FAC5}"/>
              </a:ext>
            </a:extLst>
          </p:cNvPr>
          <p:cNvSpPr txBox="1"/>
          <p:nvPr/>
        </p:nvSpPr>
        <p:spPr>
          <a:xfrm>
            <a:off x="5040943" y="1353388"/>
            <a:ext cx="922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🔦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2C8DB8A9-FAD5-1F0C-F354-E4A14BFAB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0" y="3793814"/>
            <a:ext cx="1892844" cy="2839266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843F7E15-55BE-3896-479E-5FD0B75731D4}"/>
              </a:ext>
            </a:extLst>
          </p:cNvPr>
          <p:cNvSpPr txBox="1"/>
          <p:nvPr/>
        </p:nvSpPr>
        <p:spPr>
          <a:xfrm>
            <a:off x="4824457" y="5777856"/>
            <a:ext cx="1387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cs typeface="Dreaming Outloud Pro" panose="020F0502020204030204" pitchFamily="66" charset="0"/>
              </a:rPr>
              <a:t>Tasty Toast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EC765BE-9F60-788E-1545-252448373294}"/>
              </a:ext>
            </a:extLst>
          </p:cNvPr>
          <p:cNvSpPr txBox="1"/>
          <p:nvPr/>
        </p:nvSpPr>
        <p:spPr>
          <a:xfrm>
            <a:off x="5040943" y="4379877"/>
            <a:ext cx="922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🥪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B19C2D14-9BB1-BD0B-F9B2-1D76FB82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73875" y="767325"/>
            <a:ext cx="1892844" cy="2839266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A16F82F9-641F-8473-5B3A-CBFD25DDC009}"/>
              </a:ext>
            </a:extLst>
          </p:cNvPr>
          <p:cNvSpPr txBox="1"/>
          <p:nvPr/>
        </p:nvSpPr>
        <p:spPr>
          <a:xfrm>
            <a:off x="6826332" y="2751367"/>
            <a:ext cx="1387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cs typeface="Dreaming Outloud Pro" panose="020F0502020204030204" pitchFamily="66" charset="0"/>
              </a:rPr>
              <a:t>Juicy Drink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82BE764-9997-7483-DE9D-90F6AA6C24E8}"/>
              </a:ext>
            </a:extLst>
          </p:cNvPr>
          <p:cNvSpPr txBox="1"/>
          <p:nvPr/>
        </p:nvSpPr>
        <p:spPr>
          <a:xfrm>
            <a:off x="7042818" y="1353388"/>
            <a:ext cx="922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🧃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B80122AB-4F7F-FB94-8195-F71070AB75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73875" y="3793814"/>
            <a:ext cx="1892844" cy="2839266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392B0028-4210-8483-F50F-3BA88C5E68D5}"/>
              </a:ext>
            </a:extLst>
          </p:cNvPr>
          <p:cNvSpPr txBox="1"/>
          <p:nvPr/>
        </p:nvSpPr>
        <p:spPr>
          <a:xfrm>
            <a:off x="6826332" y="5777856"/>
            <a:ext cx="1387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cs typeface="Dreaming Outloud Pro" panose="020F0502020204030204" pitchFamily="66" charset="0"/>
              </a:rPr>
              <a:t>Fancy Wallet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4508D9E-4205-4B56-83D2-45AB00449AB1}"/>
              </a:ext>
            </a:extLst>
          </p:cNvPr>
          <p:cNvSpPr txBox="1"/>
          <p:nvPr/>
        </p:nvSpPr>
        <p:spPr>
          <a:xfrm>
            <a:off x="7042818" y="4379877"/>
            <a:ext cx="922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👛</a:t>
            </a:r>
          </a:p>
        </p:txBody>
      </p:sp>
    </p:spTree>
    <p:extLst>
      <p:ext uri="{BB962C8B-B14F-4D97-AF65-F5344CB8AC3E}">
        <p14:creationId xmlns:p14="http://schemas.microsoft.com/office/powerpoint/2010/main" val="1336652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E97EE-7357-D730-6D79-CB9D569A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83686B-BAF7-9387-8363-6C9B483A00BC}"/>
              </a:ext>
            </a:extLst>
          </p:cNvPr>
          <p:cNvSpPr txBox="1"/>
          <p:nvPr/>
        </p:nvSpPr>
        <p:spPr>
          <a:xfrm>
            <a:off x="0" y="9632"/>
            <a:ext cx="5097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Items</a:t>
            </a:r>
          </a:p>
          <a:p>
            <a:r>
              <a:rPr lang="en-US" sz="1400" dirty="0">
                <a:latin typeface="+mj-lt"/>
              </a:rPr>
              <a:t>Cards used by the </a:t>
            </a:r>
            <a:r>
              <a:rPr lang="en-US" sz="1400" dirty="0" err="1">
                <a:latin typeface="+mj-lt"/>
              </a:rPr>
              <a:t>tinyrooms</a:t>
            </a:r>
            <a:r>
              <a:rPr lang="en-US" sz="1400" dirty="0">
                <a:latin typeface="+mj-lt"/>
              </a:rPr>
              <a:t> tutorial world – litter box quest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99410C-E954-8F7E-A182-D75C46180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4568" y="767325"/>
            <a:ext cx="1892844" cy="283926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8908C2F-86D6-74E1-D933-D7EE7DCB5EE1}"/>
              </a:ext>
            </a:extLst>
          </p:cNvPr>
          <p:cNvSpPr txBox="1"/>
          <p:nvPr/>
        </p:nvSpPr>
        <p:spPr>
          <a:xfrm>
            <a:off x="627025" y="2857499"/>
            <a:ext cx="138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cs typeface="Dreaming Outloud Pro" panose="020F0502020204030204" pitchFamily="66" charset="0"/>
              </a:rPr>
              <a:t>Poop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69ED9B-0BAF-3540-2FFB-69138B33E15A}"/>
              </a:ext>
            </a:extLst>
          </p:cNvPr>
          <p:cNvSpPr txBox="1"/>
          <p:nvPr/>
        </p:nvSpPr>
        <p:spPr>
          <a:xfrm>
            <a:off x="859840" y="1304581"/>
            <a:ext cx="9222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💩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99FE2F1-EF77-7C80-58E6-0530921E11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4568" y="3793814"/>
            <a:ext cx="1892844" cy="283926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F7B71BE-C58C-C583-9CB7-0B64FCA45796}"/>
              </a:ext>
            </a:extLst>
          </p:cNvPr>
          <p:cNvSpPr txBox="1"/>
          <p:nvPr/>
        </p:nvSpPr>
        <p:spPr>
          <a:xfrm>
            <a:off x="627025" y="5777856"/>
            <a:ext cx="1387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cs typeface="Dreaming Outloud Pro" panose="020F0502020204030204" pitchFamily="66" charset="0"/>
              </a:rPr>
              <a:t>Pooper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cs typeface="Dreaming Outloud Pro" panose="020F0502020204030204" pitchFamily="66" charset="0"/>
              </a:rPr>
              <a:t>Scooper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E2171CB-6658-C807-C5C3-636251A46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02" b="95331" l="3175" r="97222">
                        <a14:foregroundMark x1="3571" y1="6226" x2="28968" y2="30350"/>
                        <a14:foregroundMark x1="28968" y1="30350" x2="57540" y2="80934"/>
                        <a14:foregroundMark x1="53175" y1="59922" x2="82540" y2="83658"/>
                        <a14:foregroundMark x1="82540" y1="83658" x2="82540" y2="83658"/>
                        <a14:foregroundMark x1="69048" y1="73152" x2="94048" y2="72763"/>
                        <a14:foregroundMark x1="74603" y1="64591" x2="72619" y2="93774"/>
                        <a14:foregroundMark x1="72619" y1="93774" x2="73016" y2="95331"/>
                        <a14:foregroundMark x1="92857" y1="77043" x2="97619" y2="75875"/>
                        <a14:foregroundMark x1="5952" y1="6226" x2="4365" y2="3502"/>
                        <a14:foregroundMark x1="49206" y1="86381" x2="57540" y2="90661"/>
                        <a14:foregroundMark x1="46429" y1="45914" x2="55952" y2="40078"/>
                      </a14:backgroundRemoval>
                    </a14:imgEffect>
                    <a14:imgEffect>
                      <a14:artisticCutou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025" y="4078102"/>
            <a:ext cx="1387929" cy="141546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4F430F4-FCF2-A850-A824-51328DE57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19869" y="767325"/>
            <a:ext cx="1892844" cy="283926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7069882-8E7D-5C4F-2AAA-AC1EB97F69DE}"/>
              </a:ext>
            </a:extLst>
          </p:cNvPr>
          <p:cNvSpPr txBox="1"/>
          <p:nvPr/>
        </p:nvSpPr>
        <p:spPr>
          <a:xfrm>
            <a:off x="2772326" y="2922812"/>
            <a:ext cx="138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Dreaming Outloud Pro" panose="020F0502020204030204" pitchFamily="66" charset="0"/>
              </a:rPr>
              <a:t>Plastic Bag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7CAA81C-040F-6B85-73B0-1F26A97DCEB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92" b="92157" l="9464" r="90852">
                        <a14:foregroundMark x1="30284" y1="6127" x2="38170" y2="14706"/>
                        <a14:foregroundMark x1="67508" y1="13725" x2="67192" y2="29412"/>
                        <a14:foregroundMark x1="19558" y1="74755" x2="26814" y2="89951"/>
                        <a14:foregroundMark x1="91798" y1="73529" x2="91167" y2="91912"/>
                        <a14:foregroundMark x1="91167" y1="91912" x2="90852" y2="92157"/>
                        <a14:foregroundMark x1="32808" y1="5392" x2="41956" y2="8824"/>
                        <a14:foregroundMark x1="29022" y1="5147" x2="36909" y2="61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26664" y="1052786"/>
            <a:ext cx="1059652" cy="1363843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2BCE0DE-7CDC-CCDC-9580-43C1DFF287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19869" y="3793814"/>
            <a:ext cx="1892844" cy="283926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B8CCEBA-3006-5E3F-6FB7-BFCDD5A5B25E}"/>
              </a:ext>
            </a:extLst>
          </p:cNvPr>
          <p:cNvSpPr txBox="1"/>
          <p:nvPr/>
        </p:nvSpPr>
        <p:spPr>
          <a:xfrm>
            <a:off x="2772326" y="5839411"/>
            <a:ext cx="1387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Dreaming Outloud Pro" panose="020F0502020204030204" pitchFamily="66" charset="0"/>
              </a:rPr>
              <a:t>Poop</a:t>
            </a:r>
          </a:p>
          <a:p>
            <a:pPr algn="ctr"/>
            <a:r>
              <a:rPr lang="en-US" dirty="0">
                <a:solidFill>
                  <a:schemeClr val="bg1"/>
                </a:solidFill>
                <a:cs typeface="Dreaming Outloud Pro" panose="020F0502020204030204" pitchFamily="66" charset="0"/>
              </a:rPr>
              <a:t>In a Bag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4A9E9F-F102-477A-C91F-A93F97623DEF}"/>
              </a:ext>
            </a:extLst>
          </p:cNvPr>
          <p:cNvSpPr txBox="1"/>
          <p:nvPr/>
        </p:nvSpPr>
        <p:spPr>
          <a:xfrm>
            <a:off x="3005141" y="4707316"/>
            <a:ext cx="9222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💩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B20F8967-BAE4-F8FE-EBCB-BF5C4531B73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92" b="92157" l="9464" r="90852">
                        <a14:foregroundMark x1="30284" y1="6127" x2="38170" y2="14706"/>
                        <a14:foregroundMark x1="67508" y1="13725" x2="67192" y2="29412"/>
                        <a14:foregroundMark x1="19558" y1="74755" x2="26814" y2="89951"/>
                        <a14:foregroundMark x1="91798" y1="73529" x2="91167" y2="91912"/>
                        <a14:foregroundMark x1="91167" y1="91912" x2="90852" y2="92157"/>
                        <a14:foregroundMark x1="32808" y1="5392" x2="41956" y2="8824"/>
                        <a14:foregroundMark x1="29022" y1="5147" x2="36909" y2="61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67786" y="4134691"/>
            <a:ext cx="1059652" cy="136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6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D8371-ADA6-514F-52FC-94B940E54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D453AE-2C1B-74CB-5A49-B621604A4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25" b="97852" l="4102" r="97754">
                        <a14:foregroundMark x1="5273" y1="3060" x2="30273" y2="3385"/>
                        <a14:foregroundMark x1="30273" y1="3385" x2="64844" y2="2148"/>
                        <a14:foregroundMark x1="64844" y1="2148" x2="87695" y2="3125"/>
                        <a14:foregroundMark x1="87695" y1="3125" x2="94727" y2="8594"/>
                        <a14:foregroundMark x1="94727" y1="8594" x2="90625" y2="97005"/>
                        <a14:foregroundMark x1="90625" y1="97005" x2="10938" y2="96615"/>
                        <a14:foregroundMark x1="10938" y1="96615" x2="4590" y2="60938"/>
                        <a14:foregroundMark x1="4590" y1="60938" x2="4102" y2="3255"/>
                        <a14:foregroundMark x1="83984" y1="5729" x2="24219" y2="5143"/>
                        <a14:foregroundMark x1="24219" y1="5143" x2="10156" y2="10026"/>
                        <a14:foregroundMark x1="10156" y1="10026" x2="8203" y2="85938"/>
                        <a14:foregroundMark x1="8203" y1="85938" x2="9961" y2="92904"/>
                        <a14:foregroundMark x1="9961" y1="92904" x2="69141" y2="94727"/>
                        <a14:foregroundMark x1="69141" y1="94727" x2="79883" y2="94206"/>
                        <a14:foregroundMark x1="79883" y1="94206" x2="87109" y2="91211"/>
                        <a14:foregroundMark x1="54102" y1="6901" x2="70410" y2="6576"/>
                        <a14:foregroundMark x1="70410" y1="6576" x2="81641" y2="6901"/>
                        <a14:foregroundMark x1="81641" y1="6901" x2="91016" y2="15885"/>
                        <a14:foregroundMark x1="91016" y1="15885" x2="90723" y2="47070"/>
                        <a14:foregroundMark x1="79395" y1="8203" x2="19434" y2="7096"/>
                        <a14:foregroundMark x1="3613" y1="66536" x2="4102" y2="89779"/>
                        <a14:foregroundMark x1="4102" y1="89779" x2="10840" y2="97461"/>
                        <a14:foregroundMark x1="10840" y1="97461" x2="74902" y2="98307"/>
                        <a14:foregroundMark x1="74902" y1="98307" x2="89063" y2="96810"/>
                        <a14:foregroundMark x1="89063" y1="96810" x2="97070" y2="88542"/>
                        <a14:foregroundMark x1="97070" y1="88542" x2="97754" y2="80794"/>
                        <a14:foregroundMark x1="18164" y1="92513" x2="48145" y2="93490"/>
                        <a14:foregroundMark x1="48145" y1="93490" x2="77832" y2="91341"/>
                        <a14:foregroundMark x1="91406" y1="97852" x2="10156" y2="97786"/>
                        <a14:foregroundMark x1="89844" y1="55534" x2="90137" y2="80078"/>
                        <a14:foregroundMark x1="96191" y1="77669" x2="96387" y2="19922"/>
                      </a14:backgroundRemoval>
                    </a14:imgEffect>
                    <a14:imgEffect>
                      <a14:colorTemperature colorTemp="112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567" y="767325"/>
            <a:ext cx="1892843" cy="2839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D6B49D-0A7E-DB9D-D45C-63EB1B4A2E45}"/>
              </a:ext>
            </a:extLst>
          </p:cNvPr>
          <p:cNvSpPr txBox="1"/>
          <p:nvPr/>
        </p:nvSpPr>
        <p:spPr>
          <a:xfrm>
            <a:off x="0" y="9632"/>
            <a:ext cx="1508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Skills</a:t>
            </a:r>
          </a:p>
          <a:p>
            <a:r>
              <a:rPr lang="en-US" sz="1400" dirty="0">
                <a:latin typeface="+mj-lt"/>
              </a:rPr>
              <a:t>Base Skill Cards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B8077B-E55C-70A1-6E7A-A6CB21598646}"/>
              </a:ext>
            </a:extLst>
          </p:cNvPr>
          <p:cNvSpPr txBox="1"/>
          <p:nvPr/>
        </p:nvSpPr>
        <p:spPr>
          <a:xfrm>
            <a:off x="627025" y="2560151"/>
            <a:ext cx="13879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cs typeface="Dreaming Outloud Pro" panose="020F0502020204030204" pitchFamily="66" charset="0"/>
              </a:rPr>
              <a:t>Sturdy</a:t>
            </a:r>
          </a:p>
          <a:p>
            <a:pPr algn="ctr"/>
            <a:r>
              <a:rPr lang="en-US" sz="1400" dirty="0">
                <a:cs typeface="Dreaming Outloud Pro" panose="020F0502020204030204" pitchFamily="66" charset="0"/>
              </a:rPr>
              <a:t>CON +1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E4F0E4-15BD-9CD9-4331-03387667FB2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WatercolorSpong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025" y="1051420"/>
            <a:ext cx="1335813" cy="1335813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91C5DB-85D7-FF1C-6454-DC2B0E4E72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7601" y="861233"/>
            <a:ext cx="353203" cy="38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2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F0984A-23C4-0288-BE3C-12AB92160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242951" y="713222"/>
            <a:ext cx="2274603" cy="3357541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02E9B8-D50C-AE6E-D303-AD5BBCC15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2848099" y="713222"/>
            <a:ext cx="2274603" cy="3357541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E9ED37-BDA3-BB0E-4B07-B49B271A0249}"/>
              </a:ext>
            </a:extLst>
          </p:cNvPr>
          <p:cNvSpPr txBox="1"/>
          <p:nvPr/>
        </p:nvSpPr>
        <p:spPr>
          <a:xfrm>
            <a:off x="3125191" y="1860963"/>
            <a:ext cx="1763624" cy="1200329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Nordique Inline" panose="020F0502020204030204" pitchFamily="2" charset="0"/>
              </a:rPr>
              <a:t>Tinyrooms</a:t>
            </a:r>
          </a:p>
          <a:p>
            <a:pPr algn="ctr"/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Aptos Narrow" panose="020B0004020202020204" pitchFamily="34" charset="0"/>
              </a:rPr>
              <a:t>Base Pack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Nordique Inline" panose="020F05020202040302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A6BFEE-A852-3193-509A-D0604EDC6BFD}"/>
              </a:ext>
            </a:extLst>
          </p:cNvPr>
          <p:cNvSpPr txBox="1"/>
          <p:nvPr/>
        </p:nvSpPr>
        <p:spPr>
          <a:xfrm>
            <a:off x="0" y="96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Card Pack Back</a:t>
            </a:r>
            <a:endParaRPr lang="en-US" sz="14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75516E-8D1C-E095-D762-D6C407F21F9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  <a14:imgEffect>
                      <a14:artisticGlowEdges/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5453247" y="713222"/>
            <a:ext cx="2274603" cy="3357541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DB1C89-A264-E488-0F35-0567A0B4B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242951" y="4405021"/>
            <a:ext cx="1608522" cy="2374339"/>
          </a:xfrm>
          <a:prstGeom prst="rect">
            <a:avLst/>
          </a:prstGeom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638686-79C2-B863-A4F6-9C7959F9E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1946565" y="4405021"/>
            <a:ext cx="1608522" cy="2374339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232465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AF40E-6EC9-6679-5BC4-53C825808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2CDC05-E3EB-E89D-B415-F5EB84A4F612}"/>
              </a:ext>
            </a:extLst>
          </p:cNvPr>
          <p:cNvSpPr txBox="1"/>
          <p:nvPr/>
        </p:nvSpPr>
        <p:spPr>
          <a:xfrm>
            <a:off x="96982" y="131618"/>
            <a:ext cx="20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Card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3FC327-F932-8FE3-6BA8-BC17FFEA0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1" b="93555" l="2409" r="97201">
                        <a14:foregroundMark x1="3451" y1="3613" x2="3841" y2="95117"/>
                        <a14:foregroundMark x1="3841" y1="95117" x2="67578" y2="92578"/>
                        <a14:foregroundMark x1="67578" y1="92578" x2="85872" y2="95313"/>
                        <a14:foregroundMark x1="85872" y1="95313" x2="96875" y2="71387"/>
                        <a14:foregroundMark x1="96875" y1="71387" x2="96810" y2="16211"/>
                        <a14:foregroundMark x1="96810" y1="16211" x2="83789" y2="2539"/>
                        <a14:foregroundMark x1="83789" y1="2539" x2="3906" y2="2246"/>
                        <a14:foregroundMark x1="79427" y1="13672" x2="32682" y2="59570"/>
                        <a14:foregroundMark x1="32682" y1="59570" x2="87891" y2="75000"/>
                        <a14:foregroundMark x1="17773" y1="11035" x2="17773" y2="53223"/>
                        <a14:foregroundMark x1="41341" y1="15234" x2="25977" y2="55566"/>
                        <a14:foregroundMark x1="30273" y1="16211" x2="18685" y2="81836"/>
                        <a14:foregroundMark x1="18685" y1="81836" x2="49805" y2="71777"/>
                        <a14:foregroundMark x1="94141" y1="6152" x2="93294" y2="93555"/>
                        <a14:foregroundMark x1="93294" y1="93555" x2="93294" y2="93555"/>
                        <a14:foregroundMark x1="5208" y1="43848" x2="8464" y2="4590"/>
                        <a14:foregroundMark x1="9310" y1="6445" x2="84831" y2="6445"/>
                        <a14:foregroundMark x1="86133" y1="3906" x2="97201" y2="6445"/>
                        <a14:foregroundMark x1="2799" y1="83398" x2="3451" y2="75684"/>
                        <a14:foregroundMark x1="2604" y1="50977" x2="2409" y2="460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7287" y="915493"/>
            <a:ext cx="2982192" cy="19881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6125C0-5E41-3755-0A10-D1E9F4E38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1" b="93555" l="2409" r="97201">
                        <a14:foregroundMark x1="3451" y1="3613" x2="3841" y2="95117"/>
                        <a14:foregroundMark x1="3841" y1="95117" x2="67578" y2="92578"/>
                        <a14:foregroundMark x1="67578" y1="92578" x2="85872" y2="95313"/>
                        <a14:foregroundMark x1="85872" y1="95313" x2="96875" y2="71387"/>
                        <a14:foregroundMark x1="96875" y1="71387" x2="96810" y2="16211"/>
                        <a14:foregroundMark x1="96810" y1="16211" x2="83789" y2="2539"/>
                        <a14:foregroundMark x1="83789" y1="2539" x2="3906" y2="2246"/>
                        <a14:foregroundMark x1="79427" y1="13672" x2="32682" y2="59570"/>
                        <a14:foregroundMark x1="32682" y1="59570" x2="87891" y2="75000"/>
                        <a14:foregroundMark x1="17773" y1="11035" x2="17773" y2="53223"/>
                        <a14:foregroundMark x1="41341" y1="15234" x2="25977" y2="55566"/>
                        <a14:foregroundMark x1="30273" y1="16211" x2="18685" y2="81836"/>
                        <a14:foregroundMark x1="18685" y1="81836" x2="49805" y2="71777"/>
                        <a14:foregroundMark x1="94141" y1="6152" x2="93294" y2="93555"/>
                        <a14:foregroundMark x1="93294" y1="93555" x2="93294" y2="93555"/>
                        <a14:foregroundMark x1="5208" y1="43848" x2="8464" y2="4590"/>
                        <a14:foregroundMark x1="9310" y1="6445" x2="84831" y2="6445"/>
                        <a14:foregroundMark x1="86133" y1="3906" x2="97201" y2="6445"/>
                        <a14:foregroundMark x1="2799" y1="83398" x2="3451" y2="75684"/>
                        <a14:foregroundMark x1="2604" y1="50977" x2="2409" y2="460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48016" y="500950"/>
            <a:ext cx="4225821" cy="2817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76BC70-AC91-9F4F-FAF9-03F386821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1" b="93555" l="2409" r="97201">
                        <a14:foregroundMark x1="3451" y1="3613" x2="3841" y2="95117"/>
                        <a14:foregroundMark x1="3841" y1="95117" x2="67578" y2="92578"/>
                        <a14:foregroundMark x1="67578" y1="92578" x2="85872" y2="95313"/>
                        <a14:foregroundMark x1="85872" y1="95313" x2="96875" y2="71387"/>
                        <a14:foregroundMark x1="96875" y1="71387" x2="96810" y2="16211"/>
                        <a14:foregroundMark x1="96810" y1="16211" x2="83789" y2="2539"/>
                        <a14:foregroundMark x1="83789" y1="2539" x2="3906" y2="2246"/>
                        <a14:foregroundMark x1="79427" y1="13672" x2="32682" y2="59570"/>
                        <a14:foregroundMark x1="32682" y1="59570" x2="87891" y2="75000"/>
                        <a14:foregroundMark x1="17773" y1="11035" x2="17773" y2="53223"/>
                        <a14:foregroundMark x1="41341" y1="15234" x2="25977" y2="55566"/>
                        <a14:foregroundMark x1="30273" y1="16211" x2="18685" y2="81836"/>
                        <a14:foregroundMark x1="18685" y1="81836" x2="49805" y2="71777"/>
                        <a14:foregroundMark x1="94141" y1="6152" x2="93294" y2="93555"/>
                        <a14:foregroundMark x1="93294" y1="93555" x2="93294" y2="93555"/>
                        <a14:foregroundMark x1="5208" y1="43848" x2="8464" y2="4590"/>
                        <a14:foregroundMark x1="9310" y1="6445" x2="84831" y2="6445"/>
                        <a14:foregroundMark x1="86133" y1="3906" x2="97201" y2="6445"/>
                        <a14:foregroundMark x1="2799" y1="83398" x2="3451" y2="75684"/>
                        <a14:foregroundMark x1="2604" y1="50977" x2="2409" y2="460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48015" y="3768437"/>
            <a:ext cx="4225821" cy="2817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6B4992-E2D5-0413-2F49-78F848CEC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1" b="93555" l="2409" r="97201">
                        <a14:foregroundMark x1="3451" y1="3613" x2="3841" y2="95117"/>
                        <a14:foregroundMark x1="3841" y1="95117" x2="67578" y2="92578"/>
                        <a14:foregroundMark x1="67578" y1="92578" x2="85872" y2="95313"/>
                        <a14:foregroundMark x1="85872" y1="95313" x2="96875" y2="71387"/>
                        <a14:foregroundMark x1="96875" y1="71387" x2="96810" y2="16211"/>
                        <a14:foregroundMark x1="96810" y1="16211" x2="83789" y2="2539"/>
                        <a14:foregroundMark x1="83789" y1="2539" x2="3906" y2="2246"/>
                        <a14:foregroundMark x1="79427" y1="13672" x2="32682" y2="59570"/>
                        <a14:foregroundMark x1="32682" y1="59570" x2="87891" y2="75000"/>
                        <a14:foregroundMark x1="17773" y1="11035" x2="17773" y2="53223"/>
                        <a14:foregroundMark x1="41341" y1="15234" x2="25977" y2="55566"/>
                        <a14:foregroundMark x1="30273" y1="16211" x2="18685" y2="81836"/>
                        <a14:foregroundMark x1="18685" y1="81836" x2="49805" y2="71777"/>
                        <a14:foregroundMark x1="94141" y1="6152" x2="93294" y2="93555"/>
                        <a14:foregroundMark x1="93294" y1="93555" x2="93294" y2="93555"/>
                        <a14:foregroundMark x1="5208" y1="43848" x2="8464" y2="4590"/>
                        <a14:foregroundMark x1="9310" y1="6445" x2="84831" y2="6445"/>
                        <a14:foregroundMark x1="86133" y1="3906" x2="97201" y2="6445"/>
                        <a14:foregroundMark x1="2799" y1="83398" x2="3451" y2="75684"/>
                        <a14:foregroundMark x1="2604" y1="50977" x2="2409" y2="460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982" y="3768437"/>
            <a:ext cx="4225821" cy="281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92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915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A5BF12-620A-1BF8-9E4C-9246EE4279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923010">
            <a:off x="-1195" y="844305"/>
            <a:ext cx="1525846" cy="1525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F1C632-E99E-4101-8AAB-BCD3D27D76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20400285">
            <a:off x="994449" y="727694"/>
            <a:ext cx="1546904" cy="15469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EF4D00-5CF7-2ADA-6533-2A1D3DE5D975}"/>
              </a:ext>
            </a:extLst>
          </p:cNvPr>
          <p:cNvSpPr txBox="1"/>
          <p:nvPr/>
        </p:nvSpPr>
        <p:spPr>
          <a:xfrm>
            <a:off x="0" y="9632"/>
            <a:ext cx="20938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Peeps</a:t>
            </a:r>
          </a:p>
          <a:p>
            <a:r>
              <a:rPr lang="en-US" sz="1400" dirty="0">
                <a:latin typeface="+mj-lt"/>
              </a:rPr>
              <a:t>Bases and Text Bubbles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246F62-AFDE-1A46-0C2A-9B59317B76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287242" y="709779"/>
            <a:ext cx="1629718" cy="16297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ED1225-8DDF-FFD3-D28D-F1DB840035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07" b="74107"/>
          <a:stretch>
            <a:fillRect/>
          </a:stretch>
        </p:blipFill>
        <p:spPr>
          <a:xfrm rot="890052">
            <a:off x="2770352" y="932630"/>
            <a:ext cx="696154" cy="1044231"/>
          </a:xfrm>
          <a:prstGeom prst="rect">
            <a:avLst/>
          </a:prstGeom>
          <a:scene3d>
            <a:camera prst="perspectiveAbove"/>
            <a:lightRig rig="threePt" dir="t"/>
          </a:scene3d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9D3AEAD-1EE4-0EDF-4174-DA03167668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7335" y="2156350"/>
            <a:ext cx="1028789" cy="12726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0336F64-CB1B-617E-E6F6-ED2B9F4013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446" b="93069" l="6329" r="96203">
                        <a14:foregroundMark x1="12025" y1="5446" x2="25316" y2="10891"/>
                        <a14:foregroundMark x1="67089" y1="5941" x2="71519" y2="8416"/>
                        <a14:foregroundMark x1="69620" y1="74752" x2="88608" y2="62376"/>
                        <a14:foregroundMark x1="89873" y1="75248" x2="96203" y2="66337"/>
                        <a14:foregroundMark x1="56962" y1="85644" x2="36076" y2="88119"/>
                        <a14:foregroundMark x1="15823" y1="89604" x2="36709" y2="93564"/>
                        <a14:foregroundMark x1="56329" y1="92574" x2="60759" y2="87624"/>
                        <a14:foregroundMark x1="6329" y1="80198" x2="6329" y2="767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49616" y="860916"/>
            <a:ext cx="1204064" cy="15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40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Custom 4">
      <a:majorFont>
        <a:latin typeface="Grandview"/>
        <a:ea typeface=""/>
        <a:cs typeface=""/>
      </a:majorFont>
      <a:minorFont>
        <a:latin typeface="Kermi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4304</TotalTime>
  <Words>105</Words>
  <Application>Microsoft Office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 Narrow</vt:lpstr>
      <vt:lpstr>Arial</vt:lpstr>
      <vt:lpstr>Dreaming Outloud Pro</vt:lpstr>
      <vt:lpstr>Grandview</vt:lpstr>
      <vt:lpstr>Kermit Light</vt:lpstr>
      <vt:lpstr>Nordique Inline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Febretti</dc:creator>
  <cp:lastModifiedBy>Alessandro Febretti</cp:lastModifiedBy>
  <cp:revision>14</cp:revision>
  <dcterms:created xsi:type="dcterms:W3CDTF">2026-05-29T02:41:18Z</dcterms:created>
  <dcterms:modified xsi:type="dcterms:W3CDTF">2026-09-08T03:10:02Z</dcterms:modified>
</cp:coreProperties>
</file>