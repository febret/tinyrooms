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62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6449" autoAdjust="0"/>
  </p:normalViewPr>
  <p:slideViewPr>
    <p:cSldViewPr snapToGrid="0">
      <p:cViewPr varScale="1">
        <p:scale>
          <a:sx n="121" d="100"/>
          <a:sy n="121" d="100"/>
        </p:scale>
        <p:origin x="1560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67C2C-7E86-4B30-8CED-AEA1033FDA7B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11BAD-8CED-44C7-A52D-10A1E54E97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6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67C2C-7E86-4B30-8CED-AEA1033FDA7B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11BAD-8CED-44C7-A52D-10A1E54E97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902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67C2C-7E86-4B30-8CED-AEA1033FDA7B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11BAD-8CED-44C7-A52D-10A1E54E97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2764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67C2C-7E86-4B30-8CED-AEA1033FDA7B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11BAD-8CED-44C7-A52D-10A1E54E97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1524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67C2C-7E86-4B30-8CED-AEA1033FDA7B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11BAD-8CED-44C7-A52D-10A1E54E97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464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67C2C-7E86-4B30-8CED-AEA1033FDA7B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11BAD-8CED-44C7-A52D-10A1E54E97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7442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gradFill flip="none" rotWithShape="1">
          <a:gsLst>
            <a:gs pos="0">
              <a:schemeClr val="accent1">
                <a:lumMod val="50000"/>
              </a:schemeClr>
            </a:gs>
            <a:gs pos="61000">
              <a:schemeClr val="accent1">
                <a:lumMod val="50000"/>
              </a:schemeClr>
            </a:gs>
            <a:gs pos="95000">
              <a:srgbClr val="030E12"/>
            </a:gs>
            <a:gs pos="100000">
              <a:schemeClr val="tx2">
                <a:lumMod val="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32817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67C2C-7E86-4B30-8CED-AEA1033FDA7B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11BAD-8CED-44C7-A52D-10A1E54E97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67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67C2C-7E86-4B30-8CED-AEA1033FDA7B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11BAD-8CED-44C7-A52D-10A1E54E97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1997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67C2C-7E86-4B30-8CED-AEA1033FDA7B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11BAD-8CED-44C7-A52D-10A1E54E97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7401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67C2C-7E86-4B30-8CED-AEA1033FDA7B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11BAD-8CED-44C7-A52D-10A1E54E97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512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74A67C2C-7E86-4B30-8CED-AEA1033FDA7B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04E11BAD-8CED-44C7-A52D-10A1E54E97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95574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7" r:id="rId4"/>
    <p:sldLayoutId id="2147483678" r:id="rId5"/>
    <p:sldLayoutId id="2147483684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microsoft.com/office/2007/relationships/hdphoto" Target="../media/hdphoto5.wdp"/><Relationship Id="rId18" Type="http://schemas.openxmlformats.org/officeDocument/2006/relationships/image" Target="../media/image11.png"/><Relationship Id="rId26" Type="http://schemas.openxmlformats.org/officeDocument/2006/relationships/image" Target="../media/image19.png"/><Relationship Id="rId3" Type="http://schemas.microsoft.com/office/2007/relationships/hdphoto" Target="../media/hdphoto1.wdp"/><Relationship Id="rId21" Type="http://schemas.openxmlformats.org/officeDocument/2006/relationships/image" Target="../media/image14.png"/><Relationship Id="rId7" Type="http://schemas.microsoft.com/office/2007/relationships/hdphoto" Target="../media/hdphoto2.wdp"/><Relationship Id="rId12" Type="http://schemas.openxmlformats.org/officeDocument/2006/relationships/image" Target="../media/image7.png"/><Relationship Id="rId17" Type="http://schemas.openxmlformats.org/officeDocument/2006/relationships/image" Target="../media/image10.png"/><Relationship Id="rId25" Type="http://schemas.openxmlformats.org/officeDocument/2006/relationships/image" Target="../media/image18.png"/><Relationship Id="rId2" Type="http://schemas.openxmlformats.org/officeDocument/2006/relationships/image" Target="../media/image1.png"/><Relationship Id="rId16" Type="http://schemas.openxmlformats.org/officeDocument/2006/relationships/image" Target="../media/image9.png"/><Relationship Id="rId20" Type="http://schemas.openxmlformats.org/officeDocument/2006/relationships/image" Target="../media/image13.png"/><Relationship Id="rId29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microsoft.com/office/2007/relationships/hdphoto" Target="../media/hdphoto4.wdp"/><Relationship Id="rId24" Type="http://schemas.openxmlformats.org/officeDocument/2006/relationships/image" Target="../media/image17.png"/><Relationship Id="rId5" Type="http://schemas.openxmlformats.org/officeDocument/2006/relationships/image" Target="../media/image3.png"/><Relationship Id="rId15" Type="http://schemas.microsoft.com/office/2007/relationships/hdphoto" Target="../media/hdphoto6.wdp"/><Relationship Id="rId23" Type="http://schemas.openxmlformats.org/officeDocument/2006/relationships/image" Target="../media/image16.png"/><Relationship Id="rId28" Type="http://schemas.microsoft.com/office/2007/relationships/hdphoto" Target="../media/hdphoto7.wdp"/><Relationship Id="rId10" Type="http://schemas.openxmlformats.org/officeDocument/2006/relationships/image" Target="../media/image6.png"/><Relationship Id="rId19" Type="http://schemas.openxmlformats.org/officeDocument/2006/relationships/image" Target="../media/image12.png"/><Relationship Id="rId4" Type="http://schemas.openxmlformats.org/officeDocument/2006/relationships/image" Target="../media/image2.png"/><Relationship Id="rId9" Type="http://schemas.microsoft.com/office/2007/relationships/hdphoto" Target="../media/hdphoto3.wdp"/><Relationship Id="rId14" Type="http://schemas.openxmlformats.org/officeDocument/2006/relationships/image" Target="../media/image8.png"/><Relationship Id="rId22" Type="http://schemas.openxmlformats.org/officeDocument/2006/relationships/image" Target="../media/image15.png"/><Relationship Id="rId27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97C8A9FA-EEF9-A616-BA0E-A32264BCEC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434" b="93208" l="9705" r="89030">
                        <a14:foregroundMark x1="43882" y1="88302" x2="48101" y2="90943"/>
                        <a14:foregroundMark x1="59494" y1="87547" x2="63291" y2="87170"/>
                        <a14:foregroundMark x1="45148" y1="90566" x2="48523" y2="88679"/>
                        <a14:foregroundMark x1="70464" y1="92830" x2="54430" y2="83774"/>
                        <a14:foregroundMark x1="52743" y1="93208" x2="41772" y2="84528"/>
                        <a14:foregroundMark x1="69198" y1="93208" x2="63291" y2="8339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56786" y="347629"/>
            <a:ext cx="1325896" cy="1482542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A1F42D91-C810-27F6-A286-36613DE352C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2294949" y="263084"/>
            <a:ext cx="1387435" cy="1594432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343BE388-874F-4C9A-3DE3-769E7BA14DF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4357574" y="263085"/>
            <a:ext cx="1247573" cy="1549675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F678CD32-A3E7-5EC9-A744-56FC2852A47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9962" b="90805" l="9290" r="90164">
                        <a14:foregroundMark x1="42077" y1="87739" x2="45902" y2="90805"/>
                        <a14:foregroundMark x1="39344" y1="88889" x2="65027" y2="88889"/>
                        <a14:foregroundMark x1="90164" y1="36782" x2="90164" y2="264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229682" y="278325"/>
            <a:ext cx="1023793" cy="1460164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965B5948-D494-1563-F3AA-B2A7F2D22E5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9747" b="92780" l="9709" r="89806">
                        <a14:foregroundMark x1="61165" y1="84116" x2="42718" y2="84116"/>
                        <a14:foregroundMark x1="58252" y1="85199" x2="44660" y2="83032"/>
                        <a14:foregroundMark x1="56796" y1="92780" x2="63592" y2="92780"/>
                        <a14:foregroundMark x1="52913" y1="88087" x2="59223" y2="87004"/>
                        <a14:foregroundMark x1="46117" y1="89531" x2="46117" y2="6714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5738" y="2006650"/>
            <a:ext cx="872959" cy="1173834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87780555-DBDB-D21D-54A3-3AA8D2478BD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6867" b="92704" l="9945" r="92818">
                        <a14:foregroundMark x1="64641" y1="8584" x2="56906" y2="7296"/>
                        <a14:foregroundMark x1="93370" y1="24034" x2="77348" y2="30901"/>
                        <a14:foregroundMark x1="30939" y1="87983" x2="65193" y2="87983"/>
                        <a14:foregroundMark x1="67403" y1="88412" x2="48619" y2="87124"/>
                        <a14:foregroundMark x1="70718" y1="90129" x2="40884" y2="87124"/>
                        <a14:foregroundMark x1="44199" y1="92704" x2="45304" y2="87554"/>
                        <a14:foregroundMark x1="47514" y1="90987" x2="40884" y2="90558"/>
                        <a14:foregroundMark x1="51381" y1="90558" x2="67956" y2="9270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980152" y="1975363"/>
            <a:ext cx="945171" cy="1216712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28A04390-A429-2A71-8E93-974431BEA5C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9962" b="93103" l="8780" r="92683">
                        <a14:foregroundMark x1="92683" y1="28352" x2="91220" y2="41762"/>
                        <a14:foregroundMark x1="40976" y1="91571" x2="55122" y2="81992"/>
                        <a14:foregroundMark x1="48780" y1="93103" x2="63902" y2="8965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666020" y="2097848"/>
            <a:ext cx="901317" cy="1147530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C82B7380-7547-C7BD-8AA4-66610781845F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5063" b="89451" l="9645" r="90863">
                        <a14:foregroundMark x1="47208" y1="5485" x2="63959" y2="9705"/>
                        <a14:foregroundMark x1="63452" y1="44304" x2="62437" y2="66667"/>
                        <a14:foregroundMark x1="44670" y1="87342" x2="52792" y2="89030"/>
                        <a14:foregroundMark x1="57868" y1="86920" x2="69543" y2="87342"/>
                        <a14:foregroundMark x1="89848" y1="25316" x2="90863" y2="2362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39720" y="2032127"/>
            <a:ext cx="1028722" cy="123760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93D321B1-D554-50BC-31C3-5C96FBFFAF81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/>
          <a:stretch>
            <a:fillRect/>
          </a:stretch>
        </p:blipFill>
        <p:spPr>
          <a:xfrm>
            <a:off x="315738" y="3533442"/>
            <a:ext cx="924283" cy="1190603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51100C1A-08A9-5FDC-2E9F-7495C29747FB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/>
          <a:stretch>
            <a:fillRect/>
          </a:stretch>
        </p:blipFill>
        <p:spPr>
          <a:xfrm>
            <a:off x="1980152" y="3576515"/>
            <a:ext cx="727060" cy="114753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88EDDCAC-0B88-B094-A1E0-A88473F95475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/>
          <a:stretch>
            <a:fillRect/>
          </a:stretch>
        </p:blipFill>
        <p:spPr>
          <a:xfrm>
            <a:off x="3319433" y="3602949"/>
            <a:ext cx="1133160" cy="1211490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6ADCF9F5-2882-6D16-10DB-055B309E8DBC}"/>
              </a:ext>
            </a:extLst>
          </p:cNvPr>
          <p:cNvPicPr>
            <a:picLocks noChangeAspect="1"/>
          </p:cNvPicPr>
          <p:nvPr/>
        </p:nvPicPr>
        <p:blipFill>
          <a:blip r:embed="rId19"/>
          <a:srcRect/>
          <a:stretch>
            <a:fillRect/>
          </a:stretch>
        </p:blipFill>
        <p:spPr>
          <a:xfrm>
            <a:off x="4822500" y="3533442"/>
            <a:ext cx="1034440" cy="1333155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AE689564-53A3-5DAB-038F-6A87DC8BAB7F}"/>
              </a:ext>
            </a:extLst>
          </p:cNvPr>
          <p:cNvPicPr>
            <a:picLocks noChangeAspect="1"/>
          </p:cNvPicPr>
          <p:nvPr/>
        </p:nvPicPr>
        <p:blipFill>
          <a:blip r:embed="rId20"/>
          <a:srcRect/>
          <a:stretch>
            <a:fillRect/>
          </a:stretch>
        </p:blipFill>
        <p:spPr>
          <a:xfrm>
            <a:off x="6368442" y="3563365"/>
            <a:ext cx="885032" cy="1485590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CAD57E2A-C3EB-715B-B6C1-D3F6FA227020}"/>
              </a:ext>
            </a:extLst>
          </p:cNvPr>
          <p:cNvPicPr>
            <a:picLocks noChangeAspect="1"/>
          </p:cNvPicPr>
          <p:nvPr/>
        </p:nvPicPr>
        <p:blipFill>
          <a:blip r:embed="rId21"/>
          <a:srcRect/>
          <a:stretch>
            <a:fillRect/>
          </a:stretch>
        </p:blipFill>
        <p:spPr>
          <a:xfrm>
            <a:off x="478123" y="5048955"/>
            <a:ext cx="911643" cy="1333155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3C0AAA5B-1F5B-0E5A-B5DC-374782549125}"/>
              </a:ext>
            </a:extLst>
          </p:cNvPr>
          <p:cNvPicPr>
            <a:picLocks noChangeAspect="1"/>
          </p:cNvPicPr>
          <p:nvPr/>
        </p:nvPicPr>
        <p:blipFill>
          <a:blip r:embed="rId22"/>
          <a:srcRect/>
          <a:stretch>
            <a:fillRect/>
          </a:stretch>
        </p:blipFill>
        <p:spPr>
          <a:xfrm>
            <a:off x="1704340" y="4940694"/>
            <a:ext cx="1106067" cy="1549676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7F25EEAF-FB90-5725-568C-9A010FCB1AB3}"/>
              </a:ext>
            </a:extLst>
          </p:cNvPr>
          <p:cNvPicPr>
            <a:picLocks noChangeAspect="1"/>
          </p:cNvPicPr>
          <p:nvPr/>
        </p:nvPicPr>
        <p:blipFill>
          <a:blip r:embed="rId23"/>
          <a:srcRect/>
          <a:stretch>
            <a:fillRect/>
          </a:stretch>
        </p:blipFill>
        <p:spPr>
          <a:xfrm>
            <a:off x="3124981" y="5048955"/>
            <a:ext cx="1144908" cy="1462939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0E7ACAD8-8D7E-770A-4E8F-4E3C84ADE450}"/>
              </a:ext>
            </a:extLst>
          </p:cNvPr>
          <p:cNvPicPr>
            <a:picLocks noChangeAspect="1"/>
          </p:cNvPicPr>
          <p:nvPr/>
        </p:nvPicPr>
        <p:blipFill>
          <a:blip r:embed="rId24"/>
          <a:srcRect/>
          <a:stretch>
            <a:fillRect/>
          </a:stretch>
        </p:blipFill>
        <p:spPr>
          <a:xfrm>
            <a:off x="4624657" y="5019487"/>
            <a:ext cx="1034440" cy="1521872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15F5980E-8ED6-20AB-FFEE-A48DDA2C00CF}"/>
              </a:ext>
            </a:extLst>
          </p:cNvPr>
          <p:cNvPicPr>
            <a:picLocks noChangeAspect="1"/>
          </p:cNvPicPr>
          <p:nvPr/>
        </p:nvPicPr>
        <p:blipFill>
          <a:blip r:embed="rId25"/>
          <a:srcRect/>
          <a:stretch>
            <a:fillRect/>
          </a:stretch>
        </p:blipFill>
        <p:spPr>
          <a:xfrm>
            <a:off x="6741578" y="2002807"/>
            <a:ext cx="1362827" cy="1296240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99954DB0-08A3-463D-030B-DEF60FF03309}"/>
              </a:ext>
            </a:extLst>
          </p:cNvPr>
          <p:cNvPicPr>
            <a:picLocks noChangeAspect="1"/>
          </p:cNvPicPr>
          <p:nvPr/>
        </p:nvPicPr>
        <p:blipFill>
          <a:blip r:embed="rId26"/>
          <a:srcRect/>
          <a:stretch>
            <a:fillRect/>
          </a:stretch>
        </p:blipFill>
        <p:spPr>
          <a:xfrm>
            <a:off x="7422993" y="3533442"/>
            <a:ext cx="970425" cy="1485590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3D270C3B-74D3-9CCA-D72F-181E54E0B91B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BEBA8EAE-BF5A-486C-A8C5-ECC9F3942E4B}">
                <a14:imgProps xmlns:a14="http://schemas.microsoft.com/office/drawing/2010/main">
                  <a14:imgLayer r:embed="rId28">
                    <a14:imgEffect>
                      <a14:backgroundRemoval t="9717" b="92713" l="9341" r="97253">
                        <a14:foregroundMark x1="71429" y1="22672" x2="75275" y2="42915"/>
                        <a14:foregroundMark x1="88462" y1="27935" x2="80769" y2="44130"/>
                        <a14:foregroundMark x1="90110" y1="33603" x2="57692" y2="53846"/>
                        <a14:foregroundMark x1="52747" y1="51417" x2="64286" y2="40486"/>
                        <a14:foregroundMark x1="74176" y1="43320" x2="52198" y2="42105"/>
                        <a14:foregroundMark x1="54396" y1="34008" x2="76374" y2="32794"/>
                        <a14:foregroundMark x1="32967" y1="29150" x2="51648" y2="31579"/>
                        <a14:foregroundMark x1="46703" y1="29960" x2="72527" y2="31984"/>
                        <a14:foregroundMark x1="90110" y1="29555" x2="87363" y2="44130"/>
                        <a14:foregroundMark x1="93407" y1="40081" x2="91209" y2="30364"/>
                        <a14:foregroundMark x1="95604" y1="40891" x2="97253" y2="31984"/>
                        <a14:foregroundMark x1="75824" y1="54656" x2="60440" y2="73684"/>
                        <a14:foregroundMark x1="53846" y1="89474" x2="57692" y2="92713"/>
                        <a14:foregroundMark x1="57143" y1="92713" x2="50549" y2="5384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594422" y="396780"/>
            <a:ext cx="1019966" cy="1384240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E92BA4A4-454C-C7E9-0AB0-C13E2991AF6B}"/>
              </a:ext>
            </a:extLst>
          </p:cNvPr>
          <p:cNvPicPr>
            <a:picLocks noChangeAspect="1"/>
          </p:cNvPicPr>
          <p:nvPr/>
        </p:nvPicPr>
        <p:blipFill>
          <a:blip r:embed="rId29"/>
          <a:srcRect/>
          <a:stretch>
            <a:fillRect/>
          </a:stretch>
        </p:blipFill>
        <p:spPr>
          <a:xfrm>
            <a:off x="6018636" y="5123923"/>
            <a:ext cx="1040514" cy="1485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9598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Custom 4">
      <a:majorFont>
        <a:latin typeface="Grandview"/>
        <a:ea typeface=""/>
        <a:cs typeface=""/>
      </a:majorFont>
      <a:minorFont>
        <a:latin typeface="Kermit Ligh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2503</TotalTime>
  <Words>0</Words>
  <Application>Microsoft Office PowerPoint</Application>
  <PresentationFormat>On-screen Show (4:3)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Grandview</vt:lpstr>
      <vt:lpstr>Kermit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Alessandro Febretti</dc:creator>
  <cp:lastModifiedBy>Alessandro Febretti</cp:lastModifiedBy>
  <cp:revision>14</cp:revision>
  <dcterms:created xsi:type="dcterms:W3CDTF">2026-05-29T02:41:18Z</dcterms:created>
  <dcterms:modified xsi:type="dcterms:W3CDTF">2026-09-07T14:48:09Z</dcterms:modified>
</cp:coreProperties>
</file>