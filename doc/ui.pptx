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17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7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5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8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4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A67C2C-7E86-4B30-8CED-AEA1033FDA7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C22FAF-B91F-D835-EB88-5C29FC43CB11}"/>
              </a:ext>
            </a:extLst>
          </p:cNvPr>
          <p:cNvSpPr/>
          <p:nvPr/>
        </p:nvSpPr>
        <p:spPr>
          <a:xfrm>
            <a:off x="119270" y="6467061"/>
            <a:ext cx="8951843" cy="31142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@emi Hey hello!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034E81-8187-54A8-4258-44F42602C861}"/>
              </a:ext>
            </a:extLst>
          </p:cNvPr>
          <p:cNvGrpSpPr/>
          <p:nvPr/>
        </p:nvGrpSpPr>
        <p:grpSpPr>
          <a:xfrm>
            <a:off x="205408" y="5632170"/>
            <a:ext cx="410818" cy="404189"/>
            <a:chOff x="1722783" y="3849757"/>
            <a:chExt cx="629478" cy="60297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FFBE6AA-5E64-0CAA-8ECC-67396582AD28}"/>
                </a:ext>
              </a:extLst>
            </p:cNvPr>
            <p:cNvSpPr/>
            <p:nvPr/>
          </p:nvSpPr>
          <p:spPr>
            <a:xfrm>
              <a:off x="1722783" y="3849757"/>
              <a:ext cx="629478" cy="60297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Angel face with solid fill with solid fill">
              <a:extLst>
                <a:ext uri="{FF2B5EF4-FFF2-40B4-BE49-F238E27FC236}">
                  <a16:creationId xmlns:a16="http://schemas.microsoft.com/office/drawing/2014/main" id="{1B66A734-89B0-FAF0-0DE8-B70F5EE9D4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79848" y="3893569"/>
              <a:ext cx="515348" cy="515348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83A917-E25D-08B9-A028-5D6AB0C99E4D}"/>
              </a:ext>
            </a:extLst>
          </p:cNvPr>
          <p:cNvGrpSpPr/>
          <p:nvPr/>
        </p:nvGrpSpPr>
        <p:grpSpPr>
          <a:xfrm>
            <a:off x="653468" y="5618920"/>
            <a:ext cx="410818" cy="404189"/>
            <a:chOff x="1722783" y="3849757"/>
            <a:chExt cx="629478" cy="60297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4348E34-33CE-E510-F3A6-59EC2F736195}"/>
                </a:ext>
              </a:extLst>
            </p:cNvPr>
            <p:cNvSpPr/>
            <p:nvPr/>
          </p:nvSpPr>
          <p:spPr>
            <a:xfrm>
              <a:off x="1722783" y="3849757"/>
              <a:ext cx="629478" cy="60297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Packing Box Open with solid fill">
              <a:extLst>
                <a:ext uri="{FF2B5EF4-FFF2-40B4-BE49-F238E27FC236}">
                  <a16:creationId xmlns:a16="http://schemas.microsoft.com/office/drawing/2014/main" id="{B3FD2FBF-B37B-A589-2430-0DE14ACB35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779848" y="3893569"/>
              <a:ext cx="515348" cy="51534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02B064B-5F70-5CF7-893A-DFD1633EF70B}"/>
              </a:ext>
            </a:extLst>
          </p:cNvPr>
          <p:cNvGrpSpPr/>
          <p:nvPr/>
        </p:nvGrpSpPr>
        <p:grpSpPr>
          <a:xfrm>
            <a:off x="1101528" y="5622679"/>
            <a:ext cx="410818" cy="404189"/>
            <a:chOff x="1722783" y="3849757"/>
            <a:chExt cx="629478" cy="60297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481AA23-AE3F-ECA1-AED7-CD5F829F7C40}"/>
                </a:ext>
              </a:extLst>
            </p:cNvPr>
            <p:cNvSpPr/>
            <p:nvPr/>
          </p:nvSpPr>
          <p:spPr>
            <a:xfrm>
              <a:off x="1722783" y="3849757"/>
              <a:ext cx="629478" cy="60297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Magnifying glass with solid fill">
              <a:extLst>
                <a:ext uri="{FF2B5EF4-FFF2-40B4-BE49-F238E27FC236}">
                  <a16:creationId xmlns:a16="http://schemas.microsoft.com/office/drawing/2014/main" id="{221ED74C-F745-9881-3B72-0BEDBF76B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779848" y="3893569"/>
              <a:ext cx="515348" cy="515348"/>
            </a:xfrm>
            <a:prstGeom prst="rect">
              <a:avLst/>
            </a:prstGeom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010F14F-28C7-E236-3E7C-F99EFD1E2437}"/>
              </a:ext>
            </a:extLst>
          </p:cNvPr>
          <p:cNvSpPr/>
          <p:nvPr/>
        </p:nvSpPr>
        <p:spPr>
          <a:xfrm>
            <a:off x="119269" y="6089372"/>
            <a:ext cx="8951843" cy="31142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65000"/>
                  </a:schemeClr>
                </a:solidFill>
              </a:rPr>
              <a:t>Look at (this box shows description of current selected action or other hints. Can be disabled.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032A4E-2BA4-C204-A040-6F1A1D34703B}"/>
              </a:ext>
            </a:extLst>
          </p:cNvPr>
          <p:cNvSpPr txBox="1"/>
          <p:nvPr/>
        </p:nvSpPr>
        <p:spPr>
          <a:xfrm>
            <a:off x="178904" y="735496"/>
            <a:ext cx="8722446" cy="328654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r>
              <a:rPr lang="en-US" sz="1200" dirty="0"/>
              <a:t>Line 1</a:t>
            </a:r>
          </a:p>
          <a:p>
            <a:r>
              <a:rPr lang="en-US" sz="1200" dirty="0"/>
              <a:t>Line 2</a:t>
            </a:r>
          </a:p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Emilia </a:t>
            </a:r>
            <a:r>
              <a:rPr lang="en-US" sz="1200" dirty="0"/>
              <a:t>says: hi! 😊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9D7423-F985-F9EB-5B30-795E94C801EA}"/>
              </a:ext>
            </a:extLst>
          </p:cNvPr>
          <p:cNvSpPr txBox="1"/>
          <p:nvPr/>
        </p:nvSpPr>
        <p:spPr>
          <a:xfrm>
            <a:off x="1749287" y="4084540"/>
            <a:ext cx="7092428" cy="148512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r>
              <a:rPr lang="en-US" sz="1200" b="1" dirty="0"/>
              <a:t>The Playroom</a:t>
            </a:r>
          </a:p>
          <a:p>
            <a:endParaRPr lang="en-US" sz="1200" b="1" dirty="0"/>
          </a:p>
          <a:p>
            <a:r>
              <a:rPr lang="en-US" sz="1200" b="1" dirty="0"/>
              <a:t>🪑a chair (3) 🪞a mirror ♨️ large fireplace</a:t>
            </a:r>
          </a:p>
          <a:p>
            <a:r>
              <a:rPr lang="en-US" sz="1200" b="1" dirty="0"/>
              <a:t>🧍‍♂️Emilia🧍‍♂️Babbo🧍Isy🧍‍♀️stranger🧙wizard🧜‍♀️mermaid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Exits: 🔼</a:t>
            </a:r>
            <a:r>
              <a:rPr lang="en-US" sz="1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Upstairs</a:t>
            </a:r>
            <a:r>
              <a:rPr lang="en-US" sz="1200" b="1" dirty="0"/>
              <a:t> 🪜</a:t>
            </a:r>
            <a:r>
              <a:rPr lang="en-US" sz="1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downstairs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45819EA-14DD-E828-0DCA-72C507DC3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08" y="4075049"/>
            <a:ext cx="1490870" cy="14938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DEF9144-B395-DCF3-1A96-0DCB7AFA39AB}"/>
              </a:ext>
            </a:extLst>
          </p:cNvPr>
          <p:cNvSpPr/>
          <p:nvPr/>
        </p:nvSpPr>
        <p:spPr>
          <a:xfrm>
            <a:off x="172279" y="79513"/>
            <a:ext cx="8722446" cy="5682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Babbo 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Happy</a:t>
            </a:r>
            <a:r>
              <a:rPr lang="en-US" sz="1400" dirty="0"/>
              <a:t>,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Tired</a:t>
            </a:r>
            <a:r>
              <a:rPr lang="en-US" sz="1400" dirty="0"/>
              <a:t>, </a:t>
            </a:r>
            <a:r>
              <a:rPr lang="en-US" sz="1400" dirty="0">
                <a:solidFill>
                  <a:schemeClr val="accent2"/>
                </a:solidFill>
              </a:rPr>
              <a:t>Hungry  </a:t>
            </a:r>
            <a:r>
              <a:rPr lang="en-US" sz="1400">
                <a:solidFill>
                  <a:schemeClr val="tx1"/>
                </a:solidFill>
              </a:rPr>
              <a:t>| 🗺️ World </a:t>
            </a:r>
            <a:r>
              <a:rPr lang="en-US" sz="1400" dirty="0">
                <a:solidFill>
                  <a:schemeClr val="tx1"/>
                </a:solidFill>
              </a:rPr>
              <a:t>Info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EB76CFF-8291-4687-ABC6-2A8DE47B2E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270" y="4573436"/>
            <a:ext cx="320870" cy="321512"/>
          </a:xfrm>
          <a:prstGeom prst="rect">
            <a:avLst/>
          </a:prstGeom>
        </p:spPr>
      </p:pic>
      <p:pic>
        <p:nvPicPr>
          <p:cNvPr id="35" name="Picture 34" descr="Thinking Chicken">
            <a:extLst>
              <a:ext uri="{FF2B5EF4-FFF2-40B4-BE49-F238E27FC236}">
                <a16:creationId xmlns:a16="http://schemas.microsoft.com/office/drawing/2014/main" id="{AB0747BF-044A-EE11-7159-7F4C54389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522" y="4639697"/>
            <a:ext cx="321512" cy="321512"/>
          </a:xfrm>
          <a:prstGeom prst="rect">
            <a:avLst/>
          </a:prstGeom>
        </p:spPr>
      </p:pic>
      <p:pic>
        <p:nvPicPr>
          <p:cNvPr id="36" name="Picture 35" descr="Thinking Chicken">
            <a:extLst>
              <a:ext uri="{FF2B5EF4-FFF2-40B4-BE49-F238E27FC236}">
                <a16:creationId xmlns:a16="http://schemas.microsoft.com/office/drawing/2014/main" id="{401A5BDF-0593-FA2C-7E53-461308A060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7" y="50144"/>
            <a:ext cx="568261" cy="56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3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Custom 4">
      <a:majorFont>
        <a:latin typeface="Grandview"/>
        <a:ea typeface=""/>
        <a:cs typeface=""/>
      </a:majorFont>
      <a:minorFont>
        <a:latin typeface="Kermi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77</Words>
  <Application>Microsoft Office PowerPoint</Application>
  <PresentationFormat>On-screen Show (4:3)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Grandview</vt:lpstr>
      <vt:lpstr>Kermit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Febretti</dc:creator>
  <cp:lastModifiedBy>Alessandro Febretti</cp:lastModifiedBy>
  <cp:revision>2</cp:revision>
  <dcterms:created xsi:type="dcterms:W3CDTF">2026-05-29T02:41:18Z</dcterms:created>
  <dcterms:modified xsi:type="dcterms:W3CDTF">2026-05-31T21:04:42Z</dcterms:modified>
</cp:coreProperties>
</file>